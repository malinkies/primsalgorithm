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0" r:id="rId1"/>
  </p:sldMasterIdLst>
  <p:sldIdLst>
    <p:sldId id="256" r:id="rId2"/>
    <p:sldId id="261" r:id="rId3"/>
    <p:sldId id="262" r:id="rId4"/>
    <p:sldId id="263" r:id="rId5"/>
    <p:sldId id="266" r:id="rId6"/>
    <p:sldId id="258" r:id="rId7"/>
    <p:sldId id="259" r:id="rId8"/>
    <p:sldId id="264" r:id="rId9"/>
    <p:sldId id="265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Средний стиль 3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DCAF9ED-07DC-4A11-8D7F-57B35C25682E}" styleName="Средний стиль 1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0A1B5D5-9B99-4C35-A422-299274C87663}" styleName="Средний стиль 1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Средний стиль 1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lika\IdeaProjects\PrimsAlgorithm\results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lika\IdeaProjects\PrimsAlgorithm\results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lika\IdeaProjects\PrimsAlgorithm\results.csv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lika\IdeaProjects\PrimsAlgorithm\results.csv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13648293963254E-2"/>
          <c:y val="0.1568292505103529"/>
          <c:w val="0.87119685039370076"/>
          <c:h val="0.73577136191309422"/>
        </c:manualLayout>
      </c:layout>
      <c:scatterChart>
        <c:scatterStyle val="smoothMarker"/>
        <c:varyColors val="0"/>
        <c:ser>
          <c:idx val="1"/>
          <c:order val="1"/>
          <c:tx>
            <c:strRef>
              <c:f>results!$C$1</c:f>
              <c:strCache>
                <c:ptCount val="1"/>
                <c:pt idx="0">
                  <c:v>Time_ms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results!$A$2:$A$101</c:f>
              <c:numCache>
                <c:formatCode>General</c:formatCode>
                <c:ptCount val="100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  <c:pt idx="10">
                  <c:v>1100</c:v>
                </c:pt>
                <c:pt idx="11">
                  <c:v>1200</c:v>
                </c:pt>
                <c:pt idx="12">
                  <c:v>1300</c:v>
                </c:pt>
                <c:pt idx="13">
                  <c:v>1400</c:v>
                </c:pt>
                <c:pt idx="14">
                  <c:v>1500</c:v>
                </c:pt>
                <c:pt idx="15">
                  <c:v>1600</c:v>
                </c:pt>
                <c:pt idx="16">
                  <c:v>1700</c:v>
                </c:pt>
                <c:pt idx="17">
                  <c:v>1800</c:v>
                </c:pt>
                <c:pt idx="18">
                  <c:v>1900</c:v>
                </c:pt>
                <c:pt idx="19">
                  <c:v>1999</c:v>
                </c:pt>
                <c:pt idx="20">
                  <c:v>2100</c:v>
                </c:pt>
                <c:pt idx="21">
                  <c:v>2200</c:v>
                </c:pt>
                <c:pt idx="22">
                  <c:v>2300</c:v>
                </c:pt>
                <c:pt idx="23">
                  <c:v>2400</c:v>
                </c:pt>
                <c:pt idx="24">
                  <c:v>2500</c:v>
                </c:pt>
                <c:pt idx="25">
                  <c:v>2600</c:v>
                </c:pt>
                <c:pt idx="26">
                  <c:v>2700</c:v>
                </c:pt>
                <c:pt idx="27">
                  <c:v>2800</c:v>
                </c:pt>
                <c:pt idx="28">
                  <c:v>2900</c:v>
                </c:pt>
                <c:pt idx="29">
                  <c:v>3000</c:v>
                </c:pt>
                <c:pt idx="30">
                  <c:v>3100</c:v>
                </c:pt>
                <c:pt idx="31">
                  <c:v>3200</c:v>
                </c:pt>
                <c:pt idx="32">
                  <c:v>3300</c:v>
                </c:pt>
                <c:pt idx="33">
                  <c:v>3400</c:v>
                </c:pt>
                <c:pt idx="34">
                  <c:v>3500</c:v>
                </c:pt>
                <c:pt idx="35">
                  <c:v>3600</c:v>
                </c:pt>
                <c:pt idx="36">
                  <c:v>3700</c:v>
                </c:pt>
                <c:pt idx="37">
                  <c:v>3800</c:v>
                </c:pt>
                <c:pt idx="38">
                  <c:v>3899</c:v>
                </c:pt>
                <c:pt idx="39">
                  <c:v>4000</c:v>
                </c:pt>
                <c:pt idx="40">
                  <c:v>4100</c:v>
                </c:pt>
                <c:pt idx="41">
                  <c:v>4200</c:v>
                </c:pt>
                <c:pt idx="42">
                  <c:v>4300</c:v>
                </c:pt>
                <c:pt idx="43">
                  <c:v>4400</c:v>
                </c:pt>
                <c:pt idx="44">
                  <c:v>4500</c:v>
                </c:pt>
                <c:pt idx="45">
                  <c:v>4600</c:v>
                </c:pt>
                <c:pt idx="46">
                  <c:v>4700</c:v>
                </c:pt>
                <c:pt idx="47">
                  <c:v>4800</c:v>
                </c:pt>
                <c:pt idx="48">
                  <c:v>4900</c:v>
                </c:pt>
                <c:pt idx="49">
                  <c:v>5000</c:v>
                </c:pt>
                <c:pt idx="50">
                  <c:v>5100</c:v>
                </c:pt>
                <c:pt idx="51">
                  <c:v>5200</c:v>
                </c:pt>
                <c:pt idx="52">
                  <c:v>5300</c:v>
                </c:pt>
                <c:pt idx="53">
                  <c:v>5400</c:v>
                </c:pt>
                <c:pt idx="54">
                  <c:v>5500</c:v>
                </c:pt>
                <c:pt idx="55">
                  <c:v>5600</c:v>
                </c:pt>
                <c:pt idx="56">
                  <c:v>5700</c:v>
                </c:pt>
                <c:pt idx="57">
                  <c:v>5800</c:v>
                </c:pt>
                <c:pt idx="58">
                  <c:v>5900</c:v>
                </c:pt>
                <c:pt idx="59">
                  <c:v>5999</c:v>
                </c:pt>
                <c:pt idx="60">
                  <c:v>6100</c:v>
                </c:pt>
                <c:pt idx="61">
                  <c:v>6200</c:v>
                </c:pt>
                <c:pt idx="62">
                  <c:v>6300</c:v>
                </c:pt>
                <c:pt idx="63">
                  <c:v>6400</c:v>
                </c:pt>
                <c:pt idx="64">
                  <c:v>6500</c:v>
                </c:pt>
                <c:pt idx="65">
                  <c:v>6600</c:v>
                </c:pt>
                <c:pt idx="66">
                  <c:v>6700</c:v>
                </c:pt>
                <c:pt idx="67">
                  <c:v>6800</c:v>
                </c:pt>
                <c:pt idx="68">
                  <c:v>6900</c:v>
                </c:pt>
                <c:pt idx="69">
                  <c:v>7000</c:v>
                </c:pt>
                <c:pt idx="70">
                  <c:v>7100</c:v>
                </c:pt>
                <c:pt idx="71">
                  <c:v>7200</c:v>
                </c:pt>
                <c:pt idx="72">
                  <c:v>7300</c:v>
                </c:pt>
                <c:pt idx="73">
                  <c:v>7400</c:v>
                </c:pt>
                <c:pt idx="74">
                  <c:v>7500</c:v>
                </c:pt>
                <c:pt idx="75">
                  <c:v>7600</c:v>
                </c:pt>
                <c:pt idx="76">
                  <c:v>7699</c:v>
                </c:pt>
                <c:pt idx="77">
                  <c:v>7800</c:v>
                </c:pt>
                <c:pt idx="78">
                  <c:v>7900</c:v>
                </c:pt>
                <c:pt idx="79">
                  <c:v>8000</c:v>
                </c:pt>
                <c:pt idx="80">
                  <c:v>8100</c:v>
                </c:pt>
                <c:pt idx="81">
                  <c:v>8200</c:v>
                </c:pt>
                <c:pt idx="82">
                  <c:v>8300</c:v>
                </c:pt>
                <c:pt idx="83">
                  <c:v>8400</c:v>
                </c:pt>
                <c:pt idx="84">
                  <c:v>8500</c:v>
                </c:pt>
                <c:pt idx="85">
                  <c:v>8600</c:v>
                </c:pt>
                <c:pt idx="86">
                  <c:v>8700</c:v>
                </c:pt>
                <c:pt idx="87">
                  <c:v>8800</c:v>
                </c:pt>
                <c:pt idx="88">
                  <c:v>8900</c:v>
                </c:pt>
                <c:pt idx="89">
                  <c:v>9000</c:v>
                </c:pt>
                <c:pt idx="90">
                  <c:v>9100</c:v>
                </c:pt>
                <c:pt idx="91">
                  <c:v>9200</c:v>
                </c:pt>
                <c:pt idx="92">
                  <c:v>9300</c:v>
                </c:pt>
                <c:pt idx="93">
                  <c:v>9400</c:v>
                </c:pt>
                <c:pt idx="94">
                  <c:v>9500</c:v>
                </c:pt>
                <c:pt idx="95">
                  <c:v>9600</c:v>
                </c:pt>
                <c:pt idx="96">
                  <c:v>9700</c:v>
                </c:pt>
                <c:pt idx="97">
                  <c:v>9800</c:v>
                </c:pt>
                <c:pt idx="98">
                  <c:v>9900</c:v>
                </c:pt>
                <c:pt idx="99">
                  <c:v>10000</c:v>
                </c:pt>
              </c:numCache>
            </c:numRef>
          </c:xVal>
          <c:yVal>
            <c:numRef>
              <c:f>results!$C$2:$C$101</c:f>
              <c:numCache>
                <c:formatCode>General</c:formatCode>
                <c:ptCount val="100"/>
                <c:pt idx="0">
                  <c:v>3.12</c:v>
                </c:pt>
                <c:pt idx="1">
                  <c:v>1.83</c:v>
                </c:pt>
                <c:pt idx="2">
                  <c:v>1.59</c:v>
                </c:pt>
                <c:pt idx="3">
                  <c:v>2.42</c:v>
                </c:pt>
                <c:pt idx="4">
                  <c:v>2.3199999999999998</c:v>
                </c:pt>
                <c:pt idx="5">
                  <c:v>2.61</c:v>
                </c:pt>
                <c:pt idx="6">
                  <c:v>3.31</c:v>
                </c:pt>
                <c:pt idx="7">
                  <c:v>3.33</c:v>
                </c:pt>
                <c:pt idx="8">
                  <c:v>4.3600000000000003</c:v>
                </c:pt>
                <c:pt idx="9">
                  <c:v>2.93</c:v>
                </c:pt>
                <c:pt idx="10">
                  <c:v>3.49</c:v>
                </c:pt>
                <c:pt idx="11">
                  <c:v>3.41</c:v>
                </c:pt>
                <c:pt idx="12">
                  <c:v>2.93</c:v>
                </c:pt>
                <c:pt idx="13">
                  <c:v>2.59</c:v>
                </c:pt>
                <c:pt idx="14">
                  <c:v>3.83</c:v>
                </c:pt>
                <c:pt idx="15">
                  <c:v>3.38</c:v>
                </c:pt>
                <c:pt idx="16">
                  <c:v>3.83</c:v>
                </c:pt>
                <c:pt idx="17">
                  <c:v>4.3</c:v>
                </c:pt>
                <c:pt idx="18">
                  <c:v>2.82</c:v>
                </c:pt>
                <c:pt idx="19">
                  <c:v>3.71</c:v>
                </c:pt>
                <c:pt idx="20">
                  <c:v>4.6500000000000004</c:v>
                </c:pt>
                <c:pt idx="21">
                  <c:v>5.38</c:v>
                </c:pt>
                <c:pt idx="22">
                  <c:v>3.73</c:v>
                </c:pt>
                <c:pt idx="23">
                  <c:v>5.39</c:v>
                </c:pt>
                <c:pt idx="24">
                  <c:v>4.3</c:v>
                </c:pt>
                <c:pt idx="25">
                  <c:v>5.23</c:v>
                </c:pt>
                <c:pt idx="26">
                  <c:v>3.27</c:v>
                </c:pt>
                <c:pt idx="27">
                  <c:v>3.67</c:v>
                </c:pt>
                <c:pt idx="28">
                  <c:v>4.38</c:v>
                </c:pt>
                <c:pt idx="29">
                  <c:v>3.56</c:v>
                </c:pt>
                <c:pt idx="30">
                  <c:v>3.94</c:v>
                </c:pt>
                <c:pt idx="31">
                  <c:v>3.86</c:v>
                </c:pt>
                <c:pt idx="32">
                  <c:v>4.71</c:v>
                </c:pt>
                <c:pt idx="33">
                  <c:v>4.33</c:v>
                </c:pt>
                <c:pt idx="34">
                  <c:v>4.72</c:v>
                </c:pt>
                <c:pt idx="35">
                  <c:v>4.54</c:v>
                </c:pt>
                <c:pt idx="36">
                  <c:v>5.92</c:v>
                </c:pt>
                <c:pt idx="37">
                  <c:v>4.68</c:v>
                </c:pt>
                <c:pt idx="38">
                  <c:v>5.14</c:v>
                </c:pt>
                <c:pt idx="39">
                  <c:v>4.97</c:v>
                </c:pt>
                <c:pt idx="40">
                  <c:v>5.66</c:v>
                </c:pt>
                <c:pt idx="41">
                  <c:v>5.63</c:v>
                </c:pt>
                <c:pt idx="42">
                  <c:v>6.16</c:v>
                </c:pt>
                <c:pt idx="43">
                  <c:v>5.49</c:v>
                </c:pt>
                <c:pt idx="44">
                  <c:v>6.9</c:v>
                </c:pt>
                <c:pt idx="45">
                  <c:v>6.69</c:v>
                </c:pt>
                <c:pt idx="46">
                  <c:v>8.15</c:v>
                </c:pt>
                <c:pt idx="47">
                  <c:v>9.1300000000000008</c:v>
                </c:pt>
                <c:pt idx="48">
                  <c:v>8.61</c:v>
                </c:pt>
                <c:pt idx="49">
                  <c:v>6.69</c:v>
                </c:pt>
                <c:pt idx="50">
                  <c:v>7.12</c:v>
                </c:pt>
                <c:pt idx="51">
                  <c:v>7.31</c:v>
                </c:pt>
                <c:pt idx="52">
                  <c:v>6.86</c:v>
                </c:pt>
                <c:pt idx="53">
                  <c:v>7.61</c:v>
                </c:pt>
                <c:pt idx="54">
                  <c:v>7.21</c:v>
                </c:pt>
                <c:pt idx="55">
                  <c:v>8.76</c:v>
                </c:pt>
                <c:pt idx="56">
                  <c:v>8.1</c:v>
                </c:pt>
                <c:pt idx="57">
                  <c:v>8.5500000000000007</c:v>
                </c:pt>
                <c:pt idx="58">
                  <c:v>8.35</c:v>
                </c:pt>
                <c:pt idx="59">
                  <c:v>9.0299999999999994</c:v>
                </c:pt>
                <c:pt idx="60">
                  <c:v>8.93</c:v>
                </c:pt>
                <c:pt idx="61">
                  <c:v>9.19</c:v>
                </c:pt>
                <c:pt idx="62">
                  <c:v>7.9</c:v>
                </c:pt>
                <c:pt idx="63">
                  <c:v>8.1300000000000008</c:v>
                </c:pt>
                <c:pt idx="64">
                  <c:v>8.7799999999999994</c:v>
                </c:pt>
                <c:pt idx="65">
                  <c:v>9.84</c:v>
                </c:pt>
                <c:pt idx="66">
                  <c:v>12.56</c:v>
                </c:pt>
                <c:pt idx="67">
                  <c:v>11.04</c:v>
                </c:pt>
                <c:pt idx="68">
                  <c:v>8.8000000000000007</c:v>
                </c:pt>
                <c:pt idx="69">
                  <c:v>12.69</c:v>
                </c:pt>
                <c:pt idx="70">
                  <c:v>8.9</c:v>
                </c:pt>
                <c:pt idx="71">
                  <c:v>11.5</c:v>
                </c:pt>
                <c:pt idx="72">
                  <c:v>10.37</c:v>
                </c:pt>
                <c:pt idx="73">
                  <c:v>8.3000000000000007</c:v>
                </c:pt>
                <c:pt idx="74">
                  <c:v>8.91</c:v>
                </c:pt>
                <c:pt idx="75">
                  <c:v>9.15</c:v>
                </c:pt>
                <c:pt idx="76">
                  <c:v>9.14</c:v>
                </c:pt>
                <c:pt idx="77">
                  <c:v>11.11</c:v>
                </c:pt>
                <c:pt idx="78">
                  <c:v>9.4700000000000006</c:v>
                </c:pt>
                <c:pt idx="79">
                  <c:v>13.98</c:v>
                </c:pt>
                <c:pt idx="80">
                  <c:v>11</c:v>
                </c:pt>
                <c:pt idx="81">
                  <c:v>10.49</c:v>
                </c:pt>
                <c:pt idx="82">
                  <c:v>10.85</c:v>
                </c:pt>
                <c:pt idx="83">
                  <c:v>11.27</c:v>
                </c:pt>
                <c:pt idx="84">
                  <c:v>11.65</c:v>
                </c:pt>
                <c:pt idx="85">
                  <c:v>12.03</c:v>
                </c:pt>
                <c:pt idx="86">
                  <c:v>11.37</c:v>
                </c:pt>
                <c:pt idx="87">
                  <c:v>10.9</c:v>
                </c:pt>
                <c:pt idx="88">
                  <c:v>11.75</c:v>
                </c:pt>
                <c:pt idx="89">
                  <c:v>13.09</c:v>
                </c:pt>
                <c:pt idx="90">
                  <c:v>21.05</c:v>
                </c:pt>
                <c:pt idx="91">
                  <c:v>19.86</c:v>
                </c:pt>
                <c:pt idx="92">
                  <c:v>17.559999999999999</c:v>
                </c:pt>
                <c:pt idx="93">
                  <c:v>11.98</c:v>
                </c:pt>
                <c:pt idx="94">
                  <c:v>13.64</c:v>
                </c:pt>
                <c:pt idx="95">
                  <c:v>13.6</c:v>
                </c:pt>
                <c:pt idx="96">
                  <c:v>12.44</c:v>
                </c:pt>
                <c:pt idx="97">
                  <c:v>15.25</c:v>
                </c:pt>
                <c:pt idx="98">
                  <c:v>13.3</c:v>
                </c:pt>
                <c:pt idx="99">
                  <c:v>13.38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15BA-425A-AC5E-ABEE2F6D2C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35771359"/>
        <c:axId val="835778431"/>
        <c:extLst>
          <c:ext xmlns:c15="http://schemas.microsoft.com/office/drawing/2012/chart" uri="{02D57815-91ED-43cb-92C2-25804820EDAC}">
            <c15:filteredScatte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results!$B$1</c15:sqref>
                        </c15:formulaRef>
                      </c:ext>
                    </c:extLst>
                    <c:strCache>
                      <c:ptCount val="1"/>
                      <c:pt idx="0">
                        <c:v>Edges</c:v>
                      </c:pt>
                    </c:strCache>
                  </c:strRef>
                </c:tx>
                <c:spPr>
                  <a:ln w="19050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>
                      <c:ext uri="{02D57815-91ED-43cb-92C2-25804820EDAC}">
                        <c15:formulaRef>
                          <c15:sqref>results!$A$2:$A$101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100</c:v>
                      </c:pt>
                      <c:pt idx="1">
                        <c:v>200</c:v>
                      </c:pt>
                      <c:pt idx="2">
                        <c:v>300</c:v>
                      </c:pt>
                      <c:pt idx="3">
                        <c:v>400</c:v>
                      </c:pt>
                      <c:pt idx="4">
                        <c:v>500</c:v>
                      </c:pt>
                      <c:pt idx="5">
                        <c:v>600</c:v>
                      </c:pt>
                      <c:pt idx="6">
                        <c:v>700</c:v>
                      </c:pt>
                      <c:pt idx="7">
                        <c:v>800</c:v>
                      </c:pt>
                      <c:pt idx="8">
                        <c:v>900</c:v>
                      </c:pt>
                      <c:pt idx="9">
                        <c:v>1000</c:v>
                      </c:pt>
                      <c:pt idx="10">
                        <c:v>1100</c:v>
                      </c:pt>
                      <c:pt idx="11">
                        <c:v>1200</c:v>
                      </c:pt>
                      <c:pt idx="12">
                        <c:v>1300</c:v>
                      </c:pt>
                      <c:pt idx="13">
                        <c:v>1400</c:v>
                      </c:pt>
                      <c:pt idx="14">
                        <c:v>1500</c:v>
                      </c:pt>
                      <c:pt idx="15">
                        <c:v>1600</c:v>
                      </c:pt>
                      <c:pt idx="16">
                        <c:v>1700</c:v>
                      </c:pt>
                      <c:pt idx="17">
                        <c:v>1800</c:v>
                      </c:pt>
                      <c:pt idx="18">
                        <c:v>1900</c:v>
                      </c:pt>
                      <c:pt idx="19">
                        <c:v>1999</c:v>
                      </c:pt>
                      <c:pt idx="20">
                        <c:v>2100</c:v>
                      </c:pt>
                      <c:pt idx="21">
                        <c:v>2200</c:v>
                      </c:pt>
                      <c:pt idx="22">
                        <c:v>2300</c:v>
                      </c:pt>
                      <c:pt idx="23">
                        <c:v>2400</c:v>
                      </c:pt>
                      <c:pt idx="24">
                        <c:v>2500</c:v>
                      </c:pt>
                      <c:pt idx="25">
                        <c:v>2600</c:v>
                      </c:pt>
                      <c:pt idx="26">
                        <c:v>2700</c:v>
                      </c:pt>
                      <c:pt idx="27">
                        <c:v>2800</c:v>
                      </c:pt>
                      <c:pt idx="28">
                        <c:v>2900</c:v>
                      </c:pt>
                      <c:pt idx="29">
                        <c:v>3000</c:v>
                      </c:pt>
                      <c:pt idx="30">
                        <c:v>3100</c:v>
                      </c:pt>
                      <c:pt idx="31">
                        <c:v>3200</c:v>
                      </c:pt>
                      <c:pt idx="32">
                        <c:v>3300</c:v>
                      </c:pt>
                      <c:pt idx="33">
                        <c:v>3400</c:v>
                      </c:pt>
                      <c:pt idx="34">
                        <c:v>3500</c:v>
                      </c:pt>
                      <c:pt idx="35">
                        <c:v>3600</c:v>
                      </c:pt>
                      <c:pt idx="36">
                        <c:v>3700</c:v>
                      </c:pt>
                      <c:pt idx="37">
                        <c:v>3800</c:v>
                      </c:pt>
                      <c:pt idx="38">
                        <c:v>3899</c:v>
                      </c:pt>
                      <c:pt idx="39">
                        <c:v>4000</c:v>
                      </c:pt>
                      <c:pt idx="40">
                        <c:v>4100</c:v>
                      </c:pt>
                      <c:pt idx="41">
                        <c:v>4200</c:v>
                      </c:pt>
                      <c:pt idx="42">
                        <c:v>4300</c:v>
                      </c:pt>
                      <c:pt idx="43">
                        <c:v>4400</c:v>
                      </c:pt>
                      <c:pt idx="44">
                        <c:v>4500</c:v>
                      </c:pt>
                      <c:pt idx="45">
                        <c:v>4600</c:v>
                      </c:pt>
                      <c:pt idx="46">
                        <c:v>4700</c:v>
                      </c:pt>
                      <c:pt idx="47">
                        <c:v>4800</c:v>
                      </c:pt>
                      <c:pt idx="48">
                        <c:v>4900</c:v>
                      </c:pt>
                      <c:pt idx="49">
                        <c:v>5000</c:v>
                      </c:pt>
                      <c:pt idx="50">
                        <c:v>5100</c:v>
                      </c:pt>
                      <c:pt idx="51">
                        <c:v>5200</c:v>
                      </c:pt>
                      <c:pt idx="52">
                        <c:v>5300</c:v>
                      </c:pt>
                      <c:pt idx="53">
                        <c:v>5400</c:v>
                      </c:pt>
                      <c:pt idx="54">
                        <c:v>5500</c:v>
                      </c:pt>
                      <c:pt idx="55">
                        <c:v>5600</c:v>
                      </c:pt>
                      <c:pt idx="56">
                        <c:v>5700</c:v>
                      </c:pt>
                      <c:pt idx="57">
                        <c:v>5800</c:v>
                      </c:pt>
                      <c:pt idx="58">
                        <c:v>5900</c:v>
                      </c:pt>
                      <c:pt idx="59">
                        <c:v>5999</c:v>
                      </c:pt>
                      <c:pt idx="60">
                        <c:v>6100</c:v>
                      </c:pt>
                      <c:pt idx="61">
                        <c:v>6200</c:v>
                      </c:pt>
                      <c:pt idx="62">
                        <c:v>6300</c:v>
                      </c:pt>
                      <c:pt idx="63">
                        <c:v>6400</c:v>
                      </c:pt>
                      <c:pt idx="64">
                        <c:v>6500</c:v>
                      </c:pt>
                      <c:pt idx="65">
                        <c:v>6600</c:v>
                      </c:pt>
                      <c:pt idx="66">
                        <c:v>6700</c:v>
                      </c:pt>
                      <c:pt idx="67">
                        <c:v>6800</c:v>
                      </c:pt>
                      <c:pt idx="68">
                        <c:v>6900</c:v>
                      </c:pt>
                      <c:pt idx="69">
                        <c:v>7000</c:v>
                      </c:pt>
                      <c:pt idx="70">
                        <c:v>7100</c:v>
                      </c:pt>
                      <c:pt idx="71">
                        <c:v>7200</c:v>
                      </c:pt>
                      <c:pt idx="72">
                        <c:v>7300</c:v>
                      </c:pt>
                      <c:pt idx="73">
                        <c:v>7400</c:v>
                      </c:pt>
                      <c:pt idx="74">
                        <c:v>7500</c:v>
                      </c:pt>
                      <c:pt idx="75">
                        <c:v>7600</c:v>
                      </c:pt>
                      <c:pt idx="76">
                        <c:v>7699</c:v>
                      </c:pt>
                      <c:pt idx="77">
                        <c:v>7800</c:v>
                      </c:pt>
                      <c:pt idx="78">
                        <c:v>7900</c:v>
                      </c:pt>
                      <c:pt idx="79">
                        <c:v>8000</c:v>
                      </c:pt>
                      <c:pt idx="80">
                        <c:v>8100</c:v>
                      </c:pt>
                      <c:pt idx="81">
                        <c:v>8200</c:v>
                      </c:pt>
                      <c:pt idx="82">
                        <c:v>8300</c:v>
                      </c:pt>
                      <c:pt idx="83">
                        <c:v>8400</c:v>
                      </c:pt>
                      <c:pt idx="84">
                        <c:v>8500</c:v>
                      </c:pt>
                      <c:pt idx="85">
                        <c:v>8600</c:v>
                      </c:pt>
                      <c:pt idx="86">
                        <c:v>8700</c:v>
                      </c:pt>
                      <c:pt idx="87">
                        <c:v>8800</c:v>
                      </c:pt>
                      <c:pt idx="88">
                        <c:v>8900</c:v>
                      </c:pt>
                      <c:pt idx="89">
                        <c:v>9000</c:v>
                      </c:pt>
                      <c:pt idx="90">
                        <c:v>9100</c:v>
                      </c:pt>
                      <c:pt idx="91">
                        <c:v>9200</c:v>
                      </c:pt>
                      <c:pt idx="92">
                        <c:v>9300</c:v>
                      </c:pt>
                      <c:pt idx="93">
                        <c:v>9400</c:v>
                      </c:pt>
                      <c:pt idx="94">
                        <c:v>9500</c:v>
                      </c:pt>
                      <c:pt idx="95">
                        <c:v>9600</c:v>
                      </c:pt>
                      <c:pt idx="96">
                        <c:v>9700</c:v>
                      </c:pt>
                      <c:pt idx="97">
                        <c:v>9800</c:v>
                      </c:pt>
                      <c:pt idx="98">
                        <c:v>9900</c:v>
                      </c:pt>
                      <c:pt idx="99">
                        <c:v>10000</c:v>
                      </c:pt>
                    </c:numCache>
                  </c:numRef>
                </c:xVal>
                <c:yVal>
                  <c:numRef>
                    <c:extLst>
                      <c:ext uri="{02D57815-91ED-43cb-92C2-25804820EDAC}">
                        <c15:formulaRef>
                          <c15:sqref>results!$B$2:$B$101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500</c:v>
                      </c:pt>
                      <c:pt idx="1">
                        <c:v>1000</c:v>
                      </c:pt>
                      <c:pt idx="2">
                        <c:v>1500</c:v>
                      </c:pt>
                      <c:pt idx="3">
                        <c:v>2000</c:v>
                      </c:pt>
                      <c:pt idx="4">
                        <c:v>2500</c:v>
                      </c:pt>
                      <c:pt idx="5">
                        <c:v>3000</c:v>
                      </c:pt>
                      <c:pt idx="6">
                        <c:v>3500</c:v>
                      </c:pt>
                      <c:pt idx="7">
                        <c:v>4000</c:v>
                      </c:pt>
                      <c:pt idx="8">
                        <c:v>4500</c:v>
                      </c:pt>
                      <c:pt idx="9">
                        <c:v>5000</c:v>
                      </c:pt>
                      <c:pt idx="10">
                        <c:v>5500</c:v>
                      </c:pt>
                      <c:pt idx="11">
                        <c:v>6000</c:v>
                      </c:pt>
                      <c:pt idx="12">
                        <c:v>6500</c:v>
                      </c:pt>
                      <c:pt idx="13">
                        <c:v>7000</c:v>
                      </c:pt>
                      <c:pt idx="14">
                        <c:v>7500</c:v>
                      </c:pt>
                      <c:pt idx="15">
                        <c:v>8000</c:v>
                      </c:pt>
                      <c:pt idx="16">
                        <c:v>8500</c:v>
                      </c:pt>
                      <c:pt idx="17">
                        <c:v>9000</c:v>
                      </c:pt>
                      <c:pt idx="18">
                        <c:v>9500</c:v>
                      </c:pt>
                      <c:pt idx="19">
                        <c:v>9995</c:v>
                      </c:pt>
                      <c:pt idx="20">
                        <c:v>10500</c:v>
                      </c:pt>
                      <c:pt idx="21">
                        <c:v>11000</c:v>
                      </c:pt>
                      <c:pt idx="22">
                        <c:v>11500</c:v>
                      </c:pt>
                      <c:pt idx="23">
                        <c:v>12000</c:v>
                      </c:pt>
                      <c:pt idx="24">
                        <c:v>12500</c:v>
                      </c:pt>
                      <c:pt idx="25">
                        <c:v>13000</c:v>
                      </c:pt>
                      <c:pt idx="26">
                        <c:v>13500</c:v>
                      </c:pt>
                      <c:pt idx="27">
                        <c:v>14000</c:v>
                      </c:pt>
                      <c:pt idx="28">
                        <c:v>14500</c:v>
                      </c:pt>
                      <c:pt idx="29">
                        <c:v>15000</c:v>
                      </c:pt>
                      <c:pt idx="30">
                        <c:v>15500</c:v>
                      </c:pt>
                      <c:pt idx="31">
                        <c:v>16000</c:v>
                      </c:pt>
                      <c:pt idx="32">
                        <c:v>16500</c:v>
                      </c:pt>
                      <c:pt idx="33">
                        <c:v>17000</c:v>
                      </c:pt>
                      <c:pt idx="34">
                        <c:v>17500</c:v>
                      </c:pt>
                      <c:pt idx="35">
                        <c:v>18000</c:v>
                      </c:pt>
                      <c:pt idx="36">
                        <c:v>18500</c:v>
                      </c:pt>
                      <c:pt idx="37">
                        <c:v>19000</c:v>
                      </c:pt>
                      <c:pt idx="38">
                        <c:v>19495</c:v>
                      </c:pt>
                      <c:pt idx="39">
                        <c:v>20000</c:v>
                      </c:pt>
                      <c:pt idx="40">
                        <c:v>20500</c:v>
                      </c:pt>
                      <c:pt idx="41">
                        <c:v>21000</c:v>
                      </c:pt>
                      <c:pt idx="42">
                        <c:v>21500</c:v>
                      </c:pt>
                      <c:pt idx="43">
                        <c:v>22000</c:v>
                      </c:pt>
                      <c:pt idx="44">
                        <c:v>22500</c:v>
                      </c:pt>
                      <c:pt idx="45">
                        <c:v>23000</c:v>
                      </c:pt>
                      <c:pt idx="46">
                        <c:v>23500</c:v>
                      </c:pt>
                      <c:pt idx="47">
                        <c:v>24000</c:v>
                      </c:pt>
                      <c:pt idx="48">
                        <c:v>24500</c:v>
                      </c:pt>
                      <c:pt idx="49">
                        <c:v>25000</c:v>
                      </c:pt>
                      <c:pt idx="50">
                        <c:v>25500</c:v>
                      </c:pt>
                      <c:pt idx="51">
                        <c:v>26000</c:v>
                      </c:pt>
                      <c:pt idx="52">
                        <c:v>26500</c:v>
                      </c:pt>
                      <c:pt idx="53">
                        <c:v>27000</c:v>
                      </c:pt>
                      <c:pt idx="54">
                        <c:v>27500</c:v>
                      </c:pt>
                      <c:pt idx="55">
                        <c:v>28000</c:v>
                      </c:pt>
                      <c:pt idx="56">
                        <c:v>28500</c:v>
                      </c:pt>
                      <c:pt idx="57">
                        <c:v>29000</c:v>
                      </c:pt>
                      <c:pt idx="58">
                        <c:v>29500</c:v>
                      </c:pt>
                      <c:pt idx="59">
                        <c:v>29995</c:v>
                      </c:pt>
                      <c:pt idx="60">
                        <c:v>30500</c:v>
                      </c:pt>
                      <c:pt idx="61">
                        <c:v>31000</c:v>
                      </c:pt>
                      <c:pt idx="62">
                        <c:v>31500</c:v>
                      </c:pt>
                      <c:pt idx="63">
                        <c:v>32000</c:v>
                      </c:pt>
                      <c:pt idx="64">
                        <c:v>32500</c:v>
                      </c:pt>
                      <c:pt idx="65">
                        <c:v>33000</c:v>
                      </c:pt>
                      <c:pt idx="66">
                        <c:v>33500</c:v>
                      </c:pt>
                      <c:pt idx="67">
                        <c:v>34000</c:v>
                      </c:pt>
                      <c:pt idx="68">
                        <c:v>34500</c:v>
                      </c:pt>
                      <c:pt idx="69">
                        <c:v>35000</c:v>
                      </c:pt>
                      <c:pt idx="70">
                        <c:v>35500</c:v>
                      </c:pt>
                      <c:pt idx="71">
                        <c:v>36000</c:v>
                      </c:pt>
                      <c:pt idx="72">
                        <c:v>36500</c:v>
                      </c:pt>
                      <c:pt idx="73">
                        <c:v>37000</c:v>
                      </c:pt>
                      <c:pt idx="74">
                        <c:v>37500</c:v>
                      </c:pt>
                      <c:pt idx="75">
                        <c:v>38000</c:v>
                      </c:pt>
                      <c:pt idx="76">
                        <c:v>38495</c:v>
                      </c:pt>
                      <c:pt idx="77">
                        <c:v>39000</c:v>
                      </c:pt>
                      <c:pt idx="78">
                        <c:v>39500</c:v>
                      </c:pt>
                      <c:pt idx="79">
                        <c:v>40000</c:v>
                      </c:pt>
                      <c:pt idx="80">
                        <c:v>40500</c:v>
                      </c:pt>
                      <c:pt idx="81">
                        <c:v>41000</c:v>
                      </c:pt>
                      <c:pt idx="82">
                        <c:v>41500</c:v>
                      </c:pt>
                      <c:pt idx="83">
                        <c:v>42000</c:v>
                      </c:pt>
                      <c:pt idx="84">
                        <c:v>42500</c:v>
                      </c:pt>
                      <c:pt idx="85">
                        <c:v>43000</c:v>
                      </c:pt>
                      <c:pt idx="86">
                        <c:v>43500</c:v>
                      </c:pt>
                      <c:pt idx="87">
                        <c:v>44000</c:v>
                      </c:pt>
                      <c:pt idx="88">
                        <c:v>44500</c:v>
                      </c:pt>
                      <c:pt idx="89">
                        <c:v>45000</c:v>
                      </c:pt>
                      <c:pt idx="90">
                        <c:v>45500</c:v>
                      </c:pt>
                      <c:pt idx="91">
                        <c:v>46000</c:v>
                      </c:pt>
                      <c:pt idx="92">
                        <c:v>46500</c:v>
                      </c:pt>
                      <c:pt idx="93">
                        <c:v>47000</c:v>
                      </c:pt>
                      <c:pt idx="94">
                        <c:v>47500</c:v>
                      </c:pt>
                      <c:pt idx="95">
                        <c:v>48000</c:v>
                      </c:pt>
                      <c:pt idx="96">
                        <c:v>48500</c:v>
                      </c:pt>
                      <c:pt idx="97">
                        <c:v>49000</c:v>
                      </c:pt>
                      <c:pt idx="98">
                        <c:v>49500</c:v>
                      </c:pt>
                      <c:pt idx="99">
                        <c:v>50000</c:v>
                      </c:pt>
                    </c:numCache>
                  </c:numRef>
                </c:yVal>
                <c:smooth val="1"/>
                <c:extLst>
                  <c:ext xmlns:c16="http://schemas.microsoft.com/office/drawing/2014/chart" uri="{C3380CC4-5D6E-409C-BE32-E72D297353CC}">
                    <c16:uniqueId val="{00000001-15BA-425A-AC5E-ABEE2F6D2C25}"/>
                  </c:ext>
                </c:extLst>
              </c15:ser>
            </c15:filteredScatterSeries>
            <c15:filteredScatte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results!$D$1</c15:sqref>
                        </c15:formulaRef>
                      </c:ext>
                    </c:extLst>
                    <c:strCache>
                      <c:ptCount val="1"/>
                      <c:pt idx="0">
                        <c:v>Iterations</c:v>
                      </c:pt>
                    </c:strCache>
                  </c:strRef>
                </c:tx>
                <c:spPr>
                  <a:ln w="19050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results!$A$2:$A$101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100</c:v>
                      </c:pt>
                      <c:pt idx="1">
                        <c:v>200</c:v>
                      </c:pt>
                      <c:pt idx="2">
                        <c:v>300</c:v>
                      </c:pt>
                      <c:pt idx="3">
                        <c:v>400</c:v>
                      </c:pt>
                      <c:pt idx="4">
                        <c:v>500</c:v>
                      </c:pt>
                      <c:pt idx="5">
                        <c:v>600</c:v>
                      </c:pt>
                      <c:pt idx="6">
                        <c:v>700</c:v>
                      </c:pt>
                      <c:pt idx="7">
                        <c:v>800</c:v>
                      </c:pt>
                      <c:pt idx="8">
                        <c:v>900</c:v>
                      </c:pt>
                      <c:pt idx="9">
                        <c:v>1000</c:v>
                      </c:pt>
                      <c:pt idx="10">
                        <c:v>1100</c:v>
                      </c:pt>
                      <c:pt idx="11">
                        <c:v>1200</c:v>
                      </c:pt>
                      <c:pt idx="12">
                        <c:v>1300</c:v>
                      </c:pt>
                      <c:pt idx="13">
                        <c:v>1400</c:v>
                      </c:pt>
                      <c:pt idx="14">
                        <c:v>1500</c:v>
                      </c:pt>
                      <c:pt idx="15">
                        <c:v>1600</c:v>
                      </c:pt>
                      <c:pt idx="16">
                        <c:v>1700</c:v>
                      </c:pt>
                      <c:pt idx="17">
                        <c:v>1800</c:v>
                      </c:pt>
                      <c:pt idx="18">
                        <c:v>1900</c:v>
                      </c:pt>
                      <c:pt idx="19">
                        <c:v>1999</c:v>
                      </c:pt>
                      <c:pt idx="20">
                        <c:v>2100</c:v>
                      </c:pt>
                      <c:pt idx="21">
                        <c:v>2200</c:v>
                      </c:pt>
                      <c:pt idx="22">
                        <c:v>2300</c:v>
                      </c:pt>
                      <c:pt idx="23">
                        <c:v>2400</c:v>
                      </c:pt>
                      <c:pt idx="24">
                        <c:v>2500</c:v>
                      </c:pt>
                      <c:pt idx="25">
                        <c:v>2600</c:v>
                      </c:pt>
                      <c:pt idx="26">
                        <c:v>2700</c:v>
                      </c:pt>
                      <c:pt idx="27">
                        <c:v>2800</c:v>
                      </c:pt>
                      <c:pt idx="28">
                        <c:v>2900</c:v>
                      </c:pt>
                      <c:pt idx="29">
                        <c:v>3000</c:v>
                      </c:pt>
                      <c:pt idx="30">
                        <c:v>3100</c:v>
                      </c:pt>
                      <c:pt idx="31">
                        <c:v>3200</c:v>
                      </c:pt>
                      <c:pt idx="32">
                        <c:v>3300</c:v>
                      </c:pt>
                      <c:pt idx="33">
                        <c:v>3400</c:v>
                      </c:pt>
                      <c:pt idx="34">
                        <c:v>3500</c:v>
                      </c:pt>
                      <c:pt idx="35">
                        <c:v>3600</c:v>
                      </c:pt>
                      <c:pt idx="36">
                        <c:v>3700</c:v>
                      </c:pt>
                      <c:pt idx="37">
                        <c:v>3800</c:v>
                      </c:pt>
                      <c:pt idx="38">
                        <c:v>3899</c:v>
                      </c:pt>
                      <c:pt idx="39">
                        <c:v>4000</c:v>
                      </c:pt>
                      <c:pt idx="40">
                        <c:v>4100</c:v>
                      </c:pt>
                      <c:pt idx="41">
                        <c:v>4200</c:v>
                      </c:pt>
                      <c:pt idx="42">
                        <c:v>4300</c:v>
                      </c:pt>
                      <c:pt idx="43">
                        <c:v>4400</c:v>
                      </c:pt>
                      <c:pt idx="44">
                        <c:v>4500</c:v>
                      </c:pt>
                      <c:pt idx="45">
                        <c:v>4600</c:v>
                      </c:pt>
                      <c:pt idx="46">
                        <c:v>4700</c:v>
                      </c:pt>
                      <c:pt idx="47">
                        <c:v>4800</c:v>
                      </c:pt>
                      <c:pt idx="48">
                        <c:v>4900</c:v>
                      </c:pt>
                      <c:pt idx="49">
                        <c:v>5000</c:v>
                      </c:pt>
                      <c:pt idx="50">
                        <c:v>5100</c:v>
                      </c:pt>
                      <c:pt idx="51">
                        <c:v>5200</c:v>
                      </c:pt>
                      <c:pt idx="52">
                        <c:v>5300</c:v>
                      </c:pt>
                      <c:pt idx="53">
                        <c:v>5400</c:v>
                      </c:pt>
                      <c:pt idx="54">
                        <c:v>5500</c:v>
                      </c:pt>
                      <c:pt idx="55">
                        <c:v>5600</c:v>
                      </c:pt>
                      <c:pt idx="56">
                        <c:v>5700</c:v>
                      </c:pt>
                      <c:pt idx="57">
                        <c:v>5800</c:v>
                      </c:pt>
                      <c:pt idx="58">
                        <c:v>5900</c:v>
                      </c:pt>
                      <c:pt idx="59">
                        <c:v>5999</c:v>
                      </c:pt>
                      <c:pt idx="60">
                        <c:v>6100</c:v>
                      </c:pt>
                      <c:pt idx="61">
                        <c:v>6200</c:v>
                      </c:pt>
                      <c:pt idx="62">
                        <c:v>6300</c:v>
                      </c:pt>
                      <c:pt idx="63">
                        <c:v>6400</c:v>
                      </c:pt>
                      <c:pt idx="64">
                        <c:v>6500</c:v>
                      </c:pt>
                      <c:pt idx="65">
                        <c:v>6600</c:v>
                      </c:pt>
                      <c:pt idx="66">
                        <c:v>6700</c:v>
                      </c:pt>
                      <c:pt idx="67">
                        <c:v>6800</c:v>
                      </c:pt>
                      <c:pt idx="68">
                        <c:v>6900</c:v>
                      </c:pt>
                      <c:pt idx="69">
                        <c:v>7000</c:v>
                      </c:pt>
                      <c:pt idx="70">
                        <c:v>7100</c:v>
                      </c:pt>
                      <c:pt idx="71">
                        <c:v>7200</c:v>
                      </c:pt>
                      <c:pt idx="72">
                        <c:v>7300</c:v>
                      </c:pt>
                      <c:pt idx="73">
                        <c:v>7400</c:v>
                      </c:pt>
                      <c:pt idx="74">
                        <c:v>7500</c:v>
                      </c:pt>
                      <c:pt idx="75">
                        <c:v>7600</c:v>
                      </c:pt>
                      <c:pt idx="76">
                        <c:v>7699</c:v>
                      </c:pt>
                      <c:pt idx="77">
                        <c:v>7800</c:v>
                      </c:pt>
                      <c:pt idx="78">
                        <c:v>7900</c:v>
                      </c:pt>
                      <c:pt idx="79">
                        <c:v>8000</c:v>
                      </c:pt>
                      <c:pt idx="80">
                        <c:v>8100</c:v>
                      </c:pt>
                      <c:pt idx="81">
                        <c:v>8200</c:v>
                      </c:pt>
                      <c:pt idx="82">
                        <c:v>8300</c:v>
                      </c:pt>
                      <c:pt idx="83">
                        <c:v>8400</c:v>
                      </c:pt>
                      <c:pt idx="84">
                        <c:v>8500</c:v>
                      </c:pt>
                      <c:pt idx="85">
                        <c:v>8600</c:v>
                      </c:pt>
                      <c:pt idx="86">
                        <c:v>8700</c:v>
                      </c:pt>
                      <c:pt idx="87">
                        <c:v>8800</c:v>
                      </c:pt>
                      <c:pt idx="88">
                        <c:v>8900</c:v>
                      </c:pt>
                      <c:pt idx="89">
                        <c:v>9000</c:v>
                      </c:pt>
                      <c:pt idx="90">
                        <c:v>9100</c:v>
                      </c:pt>
                      <c:pt idx="91">
                        <c:v>9200</c:v>
                      </c:pt>
                      <c:pt idx="92">
                        <c:v>9300</c:v>
                      </c:pt>
                      <c:pt idx="93">
                        <c:v>9400</c:v>
                      </c:pt>
                      <c:pt idx="94">
                        <c:v>9500</c:v>
                      </c:pt>
                      <c:pt idx="95">
                        <c:v>9600</c:v>
                      </c:pt>
                      <c:pt idx="96">
                        <c:v>9700</c:v>
                      </c:pt>
                      <c:pt idx="97">
                        <c:v>9800</c:v>
                      </c:pt>
                      <c:pt idx="98">
                        <c:v>9900</c:v>
                      </c:pt>
                      <c:pt idx="99">
                        <c:v>10000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results!$D$2:$D$101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511</c:v>
                      </c:pt>
                      <c:pt idx="1">
                        <c:v>1009</c:v>
                      </c:pt>
                      <c:pt idx="2">
                        <c:v>1506</c:v>
                      </c:pt>
                      <c:pt idx="3">
                        <c:v>2012</c:v>
                      </c:pt>
                      <c:pt idx="4">
                        <c:v>2505</c:v>
                      </c:pt>
                      <c:pt idx="5">
                        <c:v>3014</c:v>
                      </c:pt>
                      <c:pt idx="6">
                        <c:v>3512</c:v>
                      </c:pt>
                      <c:pt idx="7">
                        <c:v>4013</c:v>
                      </c:pt>
                      <c:pt idx="8">
                        <c:v>4508</c:v>
                      </c:pt>
                      <c:pt idx="9">
                        <c:v>5016</c:v>
                      </c:pt>
                      <c:pt idx="10">
                        <c:v>5511</c:v>
                      </c:pt>
                      <c:pt idx="11">
                        <c:v>6009</c:v>
                      </c:pt>
                      <c:pt idx="12">
                        <c:v>6509</c:v>
                      </c:pt>
                      <c:pt idx="13">
                        <c:v>7009</c:v>
                      </c:pt>
                      <c:pt idx="14">
                        <c:v>7508</c:v>
                      </c:pt>
                      <c:pt idx="15">
                        <c:v>8011</c:v>
                      </c:pt>
                      <c:pt idx="16">
                        <c:v>8511</c:v>
                      </c:pt>
                      <c:pt idx="17">
                        <c:v>9011</c:v>
                      </c:pt>
                      <c:pt idx="18">
                        <c:v>9514</c:v>
                      </c:pt>
                      <c:pt idx="19">
                        <c:v>10002</c:v>
                      </c:pt>
                      <c:pt idx="20">
                        <c:v>10506</c:v>
                      </c:pt>
                      <c:pt idx="21">
                        <c:v>11014</c:v>
                      </c:pt>
                      <c:pt idx="22">
                        <c:v>11509</c:v>
                      </c:pt>
                      <c:pt idx="23">
                        <c:v>12009</c:v>
                      </c:pt>
                      <c:pt idx="24">
                        <c:v>12507</c:v>
                      </c:pt>
                      <c:pt idx="25">
                        <c:v>13009</c:v>
                      </c:pt>
                      <c:pt idx="26">
                        <c:v>13508</c:v>
                      </c:pt>
                      <c:pt idx="27">
                        <c:v>14011</c:v>
                      </c:pt>
                      <c:pt idx="28">
                        <c:v>14509</c:v>
                      </c:pt>
                      <c:pt idx="29">
                        <c:v>15013</c:v>
                      </c:pt>
                      <c:pt idx="30">
                        <c:v>15509</c:v>
                      </c:pt>
                      <c:pt idx="31">
                        <c:v>16013</c:v>
                      </c:pt>
                      <c:pt idx="32">
                        <c:v>16508</c:v>
                      </c:pt>
                      <c:pt idx="33">
                        <c:v>17008</c:v>
                      </c:pt>
                      <c:pt idx="34">
                        <c:v>17507</c:v>
                      </c:pt>
                      <c:pt idx="35">
                        <c:v>18010</c:v>
                      </c:pt>
                      <c:pt idx="36">
                        <c:v>18513</c:v>
                      </c:pt>
                      <c:pt idx="37">
                        <c:v>19004</c:v>
                      </c:pt>
                      <c:pt idx="38">
                        <c:v>19505</c:v>
                      </c:pt>
                      <c:pt idx="39">
                        <c:v>20012</c:v>
                      </c:pt>
                      <c:pt idx="40">
                        <c:v>20511</c:v>
                      </c:pt>
                      <c:pt idx="41">
                        <c:v>21012</c:v>
                      </c:pt>
                      <c:pt idx="42">
                        <c:v>21508</c:v>
                      </c:pt>
                      <c:pt idx="43">
                        <c:v>22008</c:v>
                      </c:pt>
                      <c:pt idx="44">
                        <c:v>22506</c:v>
                      </c:pt>
                      <c:pt idx="45">
                        <c:v>23007</c:v>
                      </c:pt>
                      <c:pt idx="46">
                        <c:v>23503</c:v>
                      </c:pt>
                      <c:pt idx="47">
                        <c:v>24015</c:v>
                      </c:pt>
                      <c:pt idx="48">
                        <c:v>24511</c:v>
                      </c:pt>
                      <c:pt idx="49">
                        <c:v>25006</c:v>
                      </c:pt>
                      <c:pt idx="50">
                        <c:v>25510</c:v>
                      </c:pt>
                      <c:pt idx="51">
                        <c:v>26011</c:v>
                      </c:pt>
                      <c:pt idx="52">
                        <c:v>26512</c:v>
                      </c:pt>
                      <c:pt idx="53">
                        <c:v>27006</c:v>
                      </c:pt>
                      <c:pt idx="54">
                        <c:v>27510</c:v>
                      </c:pt>
                      <c:pt idx="55">
                        <c:v>28007</c:v>
                      </c:pt>
                      <c:pt idx="56">
                        <c:v>28506</c:v>
                      </c:pt>
                      <c:pt idx="57">
                        <c:v>29013</c:v>
                      </c:pt>
                      <c:pt idx="58">
                        <c:v>29512</c:v>
                      </c:pt>
                      <c:pt idx="59">
                        <c:v>30009</c:v>
                      </c:pt>
                      <c:pt idx="60">
                        <c:v>30512</c:v>
                      </c:pt>
                      <c:pt idx="61">
                        <c:v>31009</c:v>
                      </c:pt>
                      <c:pt idx="62">
                        <c:v>31511</c:v>
                      </c:pt>
                      <c:pt idx="63">
                        <c:v>32006</c:v>
                      </c:pt>
                      <c:pt idx="64">
                        <c:v>32512</c:v>
                      </c:pt>
                      <c:pt idx="65">
                        <c:v>33011</c:v>
                      </c:pt>
                      <c:pt idx="66">
                        <c:v>33510</c:v>
                      </c:pt>
                      <c:pt idx="67">
                        <c:v>34006</c:v>
                      </c:pt>
                      <c:pt idx="68">
                        <c:v>34508</c:v>
                      </c:pt>
                      <c:pt idx="69">
                        <c:v>35007</c:v>
                      </c:pt>
                      <c:pt idx="70">
                        <c:v>35512</c:v>
                      </c:pt>
                      <c:pt idx="71">
                        <c:v>36011</c:v>
                      </c:pt>
                      <c:pt idx="72">
                        <c:v>36512</c:v>
                      </c:pt>
                      <c:pt idx="73">
                        <c:v>37014</c:v>
                      </c:pt>
                      <c:pt idx="74">
                        <c:v>37510</c:v>
                      </c:pt>
                      <c:pt idx="75">
                        <c:v>38007</c:v>
                      </c:pt>
                      <c:pt idx="76">
                        <c:v>38501</c:v>
                      </c:pt>
                      <c:pt idx="77">
                        <c:v>39007</c:v>
                      </c:pt>
                      <c:pt idx="78">
                        <c:v>39506</c:v>
                      </c:pt>
                      <c:pt idx="79">
                        <c:v>40012</c:v>
                      </c:pt>
                      <c:pt idx="80">
                        <c:v>40511</c:v>
                      </c:pt>
                      <c:pt idx="81">
                        <c:v>41010</c:v>
                      </c:pt>
                      <c:pt idx="82">
                        <c:v>41506</c:v>
                      </c:pt>
                      <c:pt idx="83">
                        <c:v>42014</c:v>
                      </c:pt>
                      <c:pt idx="84">
                        <c:v>42508</c:v>
                      </c:pt>
                      <c:pt idx="85">
                        <c:v>43006</c:v>
                      </c:pt>
                      <c:pt idx="86">
                        <c:v>43513</c:v>
                      </c:pt>
                      <c:pt idx="87">
                        <c:v>44003</c:v>
                      </c:pt>
                      <c:pt idx="88">
                        <c:v>44506</c:v>
                      </c:pt>
                      <c:pt idx="89">
                        <c:v>45007</c:v>
                      </c:pt>
                      <c:pt idx="90">
                        <c:v>45507</c:v>
                      </c:pt>
                      <c:pt idx="91">
                        <c:v>46008</c:v>
                      </c:pt>
                      <c:pt idx="92">
                        <c:v>46511</c:v>
                      </c:pt>
                      <c:pt idx="93">
                        <c:v>47007</c:v>
                      </c:pt>
                      <c:pt idx="94">
                        <c:v>47507</c:v>
                      </c:pt>
                      <c:pt idx="95">
                        <c:v>48011</c:v>
                      </c:pt>
                      <c:pt idx="96">
                        <c:v>48511</c:v>
                      </c:pt>
                      <c:pt idx="97">
                        <c:v>49010</c:v>
                      </c:pt>
                      <c:pt idx="98">
                        <c:v>49505</c:v>
                      </c:pt>
                      <c:pt idx="99">
                        <c:v>50009</c:v>
                      </c:pt>
                    </c:numCache>
                  </c:numRef>
                </c:yVal>
                <c:smooth val="1"/>
                <c:extLst>
                  <c:ext xmlns:c16="http://schemas.microsoft.com/office/drawing/2014/chart" uri="{C3380CC4-5D6E-409C-BE32-E72D297353CC}">
                    <c16:uniqueId val="{00000002-15BA-425A-AC5E-ABEE2F6D2C25}"/>
                  </c:ext>
                </c:extLst>
              </c15:ser>
            </c15:filteredScatterSeries>
            <c15:filteredScatte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results!$E$1</c15:sqref>
                        </c15:formulaRef>
                      </c:ext>
                    </c:extLst>
                    <c:strCache>
                      <c:ptCount val="1"/>
                      <c:pt idx="0">
                        <c:v>MST_Weight</c:v>
                      </c:pt>
                    </c:strCache>
                  </c:strRef>
                </c:tx>
                <c:spPr>
                  <a:ln w="19050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results!$A$2:$A$101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100</c:v>
                      </c:pt>
                      <c:pt idx="1">
                        <c:v>200</c:v>
                      </c:pt>
                      <c:pt idx="2">
                        <c:v>300</c:v>
                      </c:pt>
                      <c:pt idx="3">
                        <c:v>400</c:v>
                      </c:pt>
                      <c:pt idx="4">
                        <c:v>500</c:v>
                      </c:pt>
                      <c:pt idx="5">
                        <c:v>600</c:v>
                      </c:pt>
                      <c:pt idx="6">
                        <c:v>700</c:v>
                      </c:pt>
                      <c:pt idx="7">
                        <c:v>800</c:v>
                      </c:pt>
                      <c:pt idx="8">
                        <c:v>900</c:v>
                      </c:pt>
                      <c:pt idx="9">
                        <c:v>1000</c:v>
                      </c:pt>
                      <c:pt idx="10">
                        <c:v>1100</c:v>
                      </c:pt>
                      <c:pt idx="11">
                        <c:v>1200</c:v>
                      </c:pt>
                      <c:pt idx="12">
                        <c:v>1300</c:v>
                      </c:pt>
                      <c:pt idx="13">
                        <c:v>1400</c:v>
                      </c:pt>
                      <c:pt idx="14">
                        <c:v>1500</c:v>
                      </c:pt>
                      <c:pt idx="15">
                        <c:v>1600</c:v>
                      </c:pt>
                      <c:pt idx="16">
                        <c:v>1700</c:v>
                      </c:pt>
                      <c:pt idx="17">
                        <c:v>1800</c:v>
                      </c:pt>
                      <c:pt idx="18">
                        <c:v>1900</c:v>
                      </c:pt>
                      <c:pt idx="19">
                        <c:v>1999</c:v>
                      </c:pt>
                      <c:pt idx="20">
                        <c:v>2100</c:v>
                      </c:pt>
                      <c:pt idx="21">
                        <c:v>2200</c:v>
                      </c:pt>
                      <c:pt idx="22">
                        <c:v>2300</c:v>
                      </c:pt>
                      <c:pt idx="23">
                        <c:v>2400</c:v>
                      </c:pt>
                      <c:pt idx="24">
                        <c:v>2500</c:v>
                      </c:pt>
                      <c:pt idx="25">
                        <c:v>2600</c:v>
                      </c:pt>
                      <c:pt idx="26">
                        <c:v>2700</c:v>
                      </c:pt>
                      <c:pt idx="27">
                        <c:v>2800</c:v>
                      </c:pt>
                      <c:pt idx="28">
                        <c:v>2900</c:v>
                      </c:pt>
                      <c:pt idx="29">
                        <c:v>3000</c:v>
                      </c:pt>
                      <c:pt idx="30">
                        <c:v>3100</c:v>
                      </c:pt>
                      <c:pt idx="31">
                        <c:v>3200</c:v>
                      </c:pt>
                      <c:pt idx="32">
                        <c:v>3300</c:v>
                      </c:pt>
                      <c:pt idx="33">
                        <c:v>3400</c:v>
                      </c:pt>
                      <c:pt idx="34">
                        <c:v>3500</c:v>
                      </c:pt>
                      <c:pt idx="35">
                        <c:v>3600</c:v>
                      </c:pt>
                      <c:pt idx="36">
                        <c:v>3700</c:v>
                      </c:pt>
                      <c:pt idx="37">
                        <c:v>3800</c:v>
                      </c:pt>
                      <c:pt idx="38">
                        <c:v>3899</c:v>
                      </c:pt>
                      <c:pt idx="39">
                        <c:v>4000</c:v>
                      </c:pt>
                      <c:pt idx="40">
                        <c:v>4100</c:v>
                      </c:pt>
                      <c:pt idx="41">
                        <c:v>4200</c:v>
                      </c:pt>
                      <c:pt idx="42">
                        <c:v>4300</c:v>
                      </c:pt>
                      <c:pt idx="43">
                        <c:v>4400</c:v>
                      </c:pt>
                      <c:pt idx="44">
                        <c:v>4500</c:v>
                      </c:pt>
                      <c:pt idx="45">
                        <c:v>4600</c:v>
                      </c:pt>
                      <c:pt idx="46">
                        <c:v>4700</c:v>
                      </c:pt>
                      <c:pt idx="47">
                        <c:v>4800</c:v>
                      </c:pt>
                      <c:pt idx="48">
                        <c:v>4900</c:v>
                      </c:pt>
                      <c:pt idx="49">
                        <c:v>5000</c:v>
                      </c:pt>
                      <c:pt idx="50">
                        <c:v>5100</c:v>
                      </c:pt>
                      <c:pt idx="51">
                        <c:v>5200</c:v>
                      </c:pt>
                      <c:pt idx="52">
                        <c:v>5300</c:v>
                      </c:pt>
                      <c:pt idx="53">
                        <c:v>5400</c:v>
                      </c:pt>
                      <c:pt idx="54">
                        <c:v>5500</c:v>
                      </c:pt>
                      <c:pt idx="55">
                        <c:v>5600</c:v>
                      </c:pt>
                      <c:pt idx="56">
                        <c:v>5700</c:v>
                      </c:pt>
                      <c:pt idx="57">
                        <c:v>5800</c:v>
                      </c:pt>
                      <c:pt idx="58">
                        <c:v>5900</c:v>
                      </c:pt>
                      <c:pt idx="59">
                        <c:v>5999</c:v>
                      </c:pt>
                      <c:pt idx="60">
                        <c:v>6100</c:v>
                      </c:pt>
                      <c:pt idx="61">
                        <c:v>6200</c:v>
                      </c:pt>
                      <c:pt idx="62">
                        <c:v>6300</c:v>
                      </c:pt>
                      <c:pt idx="63">
                        <c:v>6400</c:v>
                      </c:pt>
                      <c:pt idx="64">
                        <c:v>6500</c:v>
                      </c:pt>
                      <c:pt idx="65">
                        <c:v>6600</c:v>
                      </c:pt>
                      <c:pt idx="66">
                        <c:v>6700</c:v>
                      </c:pt>
                      <c:pt idx="67">
                        <c:v>6800</c:v>
                      </c:pt>
                      <c:pt idx="68">
                        <c:v>6900</c:v>
                      </c:pt>
                      <c:pt idx="69">
                        <c:v>7000</c:v>
                      </c:pt>
                      <c:pt idx="70">
                        <c:v>7100</c:v>
                      </c:pt>
                      <c:pt idx="71">
                        <c:v>7200</c:v>
                      </c:pt>
                      <c:pt idx="72">
                        <c:v>7300</c:v>
                      </c:pt>
                      <c:pt idx="73">
                        <c:v>7400</c:v>
                      </c:pt>
                      <c:pt idx="74">
                        <c:v>7500</c:v>
                      </c:pt>
                      <c:pt idx="75">
                        <c:v>7600</c:v>
                      </c:pt>
                      <c:pt idx="76">
                        <c:v>7699</c:v>
                      </c:pt>
                      <c:pt idx="77">
                        <c:v>7800</c:v>
                      </c:pt>
                      <c:pt idx="78">
                        <c:v>7900</c:v>
                      </c:pt>
                      <c:pt idx="79">
                        <c:v>8000</c:v>
                      </c:pt>
                      <c:pt idx="80">
                        <c:v>8100</c:v>
                      </c:pt>
                      <c:pt idx="81">
                        <c:v>8200</c:v>
                      </c:pt>
                      <c:pt idx="82">
                        <c:v>8300</c:v>
                      </c:pt>
                      <c:pt idx="83">
                        <c:v>8400</c:v>
                      </c:pt>
                      <c:pt idx="84">
                        <c:v>8500</c:v>
                      </c:pt>
                      <c:pt idx="85">
                        <c:v>8600</c:v>
                      </c:pt>
                      <c:pt idx="86">
                        <c:v>8700</c:v>
                      </c:pt>
                      <c:pt idx="87">
                        <c:v>8800</c:v>
                      </c:pt>
                      <c:pt idx="88">
                        <c:v>8900</c:v>
                      </c:pt>
                      <c:pt idx="89">
                        <c:v>9000</c:v>
                      </c:pt>
                      <c:pt idx="90">
                        <c:v>9100</c:v>
                      </c:pt>
                      <c:pt idx="91">
                        <c:v>9200</c:v>
                      </c:pt>
                      <c:pt idx="92">
                        <c:v>9300</c:v>
                      </c:pt>
                      <c:pt idx="93">
                        <c:v>9400</c:v>
                      </c:pt>
                      <c:pt idx="94">
                        <c:v>9500</c:v>
                      </c:pt>
                      <c:pt idx="95">
                        <c:v>9600</c:v>
                      </c:pt>
                      <c:pt idx="96">
                        <c:v>9700</c:v>
                      </c:pt>
                      <c:pt idx="97">
                        <c:v>9800</c:v>
                      </c:pt>
                      <c:pt idx="98">
                        <c:v>9900</c:v>
                      </c:pt>
                      <c:pt idx="99">
                        <c:v>10000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results!$E$2:$E$101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1189</c:v>
                      </c:pt>
                      <c:pt idx="1">
                        <c:v>2695</c:v>
                      </c:pt>
                      <c:pt idx="2">
                        <c:v>3812</c:v>
                      </c:pt>
                      <c:pt idx="3">
                        <c:v>5409</c:v>
                      </c:pt>
                      <c:pt idx="4">
                        <c:v>6381</c:v>
                      </c:pt>
                      <c:pt idx="5">
                        <c:v>7130</c:v>
                      </c:pt>
                      <c:pt idx="6">
                        <c:v>8399</c:v>
                      </c:pt>
                      <c:pt idx="7">
                        <c:v>9755</c:v>
                      </c:pt>
                      <c:pt idx="8">
                        <c:v>11386</c:v>
                      </c:pt>
                      <c:pt idx="9">
                        <c:v>12115</c:v>
                      </c:pt>
                      <c:pt idx="10">
                        <c:v>13892</c:v>
                      </c:pt>
                      <c:pt idx="11">
                        <c:v>14255</c:v>
                      </c:pt>
                      <c:pt idx="12">
                        <c:v>15899</c:v>
                      </c:pt>
                      <c:pt idx="13">
                        <c:v>17219</c:v>
                      </c:pt>
                      <c:pt idx="14">
                        <c:v>18123</c:v>
                      </c:pt>
                      <c:pt idx="15">
                        <c:v>19975</c:v>
                      </c:pt>
                      <c:pt idx="16">
                        <c:v>20695</c:v>
                      </c:pt>
                      <c:pt idx="17">
                        <c:v>23094</c:v>
                      </c:pt>
                      <c:pt idx="18">
                        <c:v>23239</c:v>
                      </c:pt>
                      <c:pt idx="19">
                        <c:v>24243</c:v>
                      </c:pt>
                      <c:pt idx="20">
                        <c:v>25219</c:v>
                      </c:pt>
                      <c:pt idx="21">
                        <c:v>26387</c:v>
                      </c:pt>
                      <c:pt idx="22">
                        <c:v>27337</c:v>
                      </c:pt>
                      <c:pt idx="23">
                        <c:v>29249</c:v>
                      </c:pt>
                      <c:pt idx="24">
                        <c:v>30483</c:v>
                      </c:pt>
                      <c:pt idx="25">
                        <c:v>32131</c:v>
                      </c:pt>
                      <c:pt idx="26">
                        <c:v>33281</c:v>
                      </c:pt>
                      <c:pt idx="27">
                        <c:v>35151</c:v>
                      </c:pt>
                      <c:pt idx="28">
                        <c:v>36677</c:v>
                      </c:pt>
                      <c:pt idx="29">
                        <c:v>36254</c:v>
                      </c:pt>
                      <c:pt idx="30">
                        <c:v>38497</c:v>
                      </c:pt>
                      <c:pt idx="31">
                        <c:v>39739</c:v>
                      </c:pt>
                      <c:pt idx="32">
                        <c:v>40323</c:v>
                      </c:pt>
                      <c:pt idx="33">
                        <c:v>42103</c:v>
                      </c:pt>
                      <c:pt idx="34">
                        <c:v>42622</c:v>
                      </c:pt>
                      <c:pt idx="35">
                        <c:v>44526</c:v>
                      </c:pt>
                      <c:pt idx="36">
                        <c:v>45441</c:v>
                      </c:pt>
                      <c:pt idx="37">
                        <c:v>46552</c:v>
                      </c:pt>
                      <c:pt idx="38">
                        <c:v>47937</c:v>
                      </c:pt>
                      <c:pt idx="39">
                        <c:v>49350</c:v>
                      </c:pt>
                      <c:pt idx="40">
                        <c:v>50076</c:v>
                      </c:pt>
                      <c:pt idx="41">
                        <c:v>51138</c:v>
                      </c:pt>
                      <c:pt idx="42">
                        <c:v>54171</c:v>
                      </c:pt>
                      <c:pt idx="43">
                        <c:v>54384</c:v>
                      </c:pt>
                      <c:pt idx="44">
                        <c:v>54796</c:v>
                      </c:pt>
                      <c:pt idx="45">
                        <c:v>57240</c:v>
                      </c:pt>
                      <c:pt idx="46">
                        <c:v>58131</c:v>
                      </c:pt>
                      <c:pt idx="47">
                        <c:v>59606</c:v>
                      </c:pt>
                      <c:pt idx="48">
                        <c:v>59431</c:v>
                      </c:pt>
                      <c:pt idx="49">
                        <c:v>61572</c:v>
                      </c:pt>
                      <c:pt idx="50">
                        <c:v>62450</c:v>
                      </c:pt>
                      <c:pt idx="51">
                        <c:v>64510</c:v>
                      </c:pt>
                      <c:pt idx="52">
                        <c:v>65102</c:v>
                      </c:pt>
                      <c:pt idx="53">
                        <c:v>66901</c:v>
                      </c:pt>
                      <c:pt idx="54">
                        <c:v>68700</c:v>
                      </c:pt>
                      <c:pt idx="55">
                        <c:v>69512</c:v>
                      </c:pt>
                      <c:pt idx="56">
                        <c:v>69479</c:v>
                      </c:pt>
                      <c:pt idx="57">
                        <c:v>69992</c:v>
                      </c:pt>
                      <c:pt idx="58">
                        <c:v>72364</c:v>
                      </c:pt>
                      <c:pt idx="59">
                        <c:v>73183</c:v>
                      </c:pt>
                      <c:pt idx="60">
                        <c:v>75388</c:v>
                      </c:pt>
                      <c:pt idx="61">
                        <c:v>76537</c:v>
                      </c:pt>
                      <c:pt idx="62">
                        <c:v>77501</c:v>
                      </c:pt>
                      <c:pt idx="63">
                        <c:v>77591</c:v>
                      </c:pt>
                      <c:pt idx="64">
                        <c:v>80755</c:v>
                      </c:pt>
                      <c:pt idx="65">
                        <c:v>82719</c:v>
                      </c:pt>
                      <c:pt idx="66">
                        <c:v>83077</c:v>
                      </c:pt>
                      <c:pt idx="67">
                        <c:v>84700</c:v>
                      </c:pt>
                      <c:pt idx="68">
                        <c:v>86076</c:v>
                      </c:pt>
                      <c:pt idx="69">
                        <c:v>88104</c:v>
                      </c:pt>
                      <c:pt idx="70">
                        <c:v>88374</c:v>
                      </c:pt>
                      <c:pt idx="71">
                        <c:v>89345</c:v>
                      </c:pt>
                      <c:pt idx="72">
                        <c:v>90275</c:v>
                      </c:pt>
                      <c:pt idx="73">
                        <c:v>92073</c:v>
                      </c:pt>
                      <c:pt idx="74">
                        <c:v>90845</c:v>
                      </c:pt>
                      <c:pt idx="75">
                        <c:v>94080</c:v>
                      </c:pt>
                      <c:pt idx="76">
                        <c:v>95018</c:v>
                      </c:pt>
                      <c:pt idx="77">
                        <c:v>96331</c:v>
                      </c:pt>
                      <c:pt idx="78">
                        <c:v>96909</c:v>
                      </c:pt>
                      <c:pt idx="79">
                        <c:v>98587</c:v>
                      </c:pt>
                      <c:pt idx="80">
                        <c:v>99567</c:v>
                      </c:pt>
                      <c:pt idx="81">
                        <c:v>100449</c:v>
                      </c:pt>
                      <c:pt idx="82">
                        <c:v>101135</c:v>
                      </c:pt>
                      <c:pt idx="83">
                        <c:v>103910</c:v>
                      </c:pt>
                      <c:pt idx="84">
                        <c:v>102492</c:v>
                      </c:pt>
                      <c:pt idx="85">
                        <c:v>105392</c:v>
                      </c:pt>
                      <c:pt idx="86">
                        <c:v>108123</c:v>
                      </c:pt>
                      <c:pt idx="87">
                        <c:v>109392</c:v>
                      </c:pt>
                      <c:pt idx="88">
                        <c:v>109353</c:v>
                      </c:pt>
                      <c:pt idx="89">
                        <c:v>112671</c:v>
                      </c:pt>
                      <c:pt idx="90">
                        <c:v>112403</c:v>
                      </c:pt>
                      <c:pt idx="91">
                        <c:v>115934</c:v>
                      </c:pt>
                      <c:pt idx="92">
                        <c:v>115056</c:v>
                      </c:pt>
                      <c:pt idx="93">
                        <c:v>115561</c:v>
                      </c:pt>
                      <c:pt idx="94">
                        <c:v>117463</c:v>
                      </c:pt>
                      <c:pt idx="95">
                        <c:v>120110</c:v>
                      </c:pt>
                      <c:pt idx="96">
                        <c:v>120584</c:v>
                      </c:pt>
                      <c:pt idx="97">
                        <c:v>119995</c:v>
                      </c:pt>
                      <c:pt idx="98">
                        <c:v>122807</c:v>
                      </c:pt>
                      <c:pt idx="99">
                        <c:v>122321</c:v>
                      </c:pt>
                    </c:numCache>
                  </c:numRef>
                </c:yVal>
                <c:smooth val="1"/>
                <c:extLst>
                  <c:ext xmlns:c16="http://schemas.microsoft.com/office/drawing/2014/chart" uri="{C3380CC4-5D6E-409C-BE32-E72D297353CC}">
                    <c16:uniqueId val="{00000003-15BA-425A-AC5E-ABEE2F6D2C25}"/>
                  </c:ext>
                </c:extLst>
              </c15:ser>
            </c15:filteredScatterSeries>
          </c:ext>
        </c:extLst>
      </c:scatterChart>
      <c:valAx>
        <c:axId val="835771359"/>
        <c:scaling>
          <c:orientation val="minMax"/>
          <c:max val="100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35778431"/>
        <c:crosses val="autoZero"/>
        <c:crossBetween val="midCat"/>
        <c:majorUnit val="1000"/>
      </c:valAx>
      <c:valAx>
        <c:axId val="835778431"/>
        <c:scaling>
          <c:orientation val="minMax"/>
          <c:max val="2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35771359"/>
        <c:crosses val="autoZero"/>
        <c:crossBetween val="midCat"/>
        <c:majorUnit val="2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0170538057742783"/>
          <c:y val="5.150408282298042E-2"/>
          <c:w val="0.19103346456692913"/>
          <c:h val="7.812554680664916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cap="none" spc="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/>
              <a:t>xlogx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cap="none" spc="5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2891426071741033"/>
          <c:y val="0.18300925925925926"/>
          <c:w val="0.81719685039370082"/>
          <c:h val="0.70959135316418775"/>
        </c:manualLayout>
      </c:layout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1">
                  <a:alpha val="60000"/>
                </a:schemeClr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lt1"/>
              </a:solidFill>
              <a:ln w="38100">
                <a:solidFill>
                  <a:schemeClr val="accent1">
                    <a:alpha val="60000"/>
                  </a:schemeClr>
                </a:solidFill>
              </a:ln>
              <a:effectLst/>
            </c:spPr>
          </c:marker>
          <c:xVal>
            <c:numRef>
              <c:f>Лист1!$A$1:$A$21</c:f>
              <c:numCache>
                <c:formatCode>General</c:formatCode>
                <c:ptCount val="21"/>
                <c:pt idx="0">
                  <c:v>1</c:v>
                </c:pt>
                <c:pt idx="1">
                  <c:v>500</c:v>
                </c:pt>
                <c:pt idx="2">
                  <c:v>1000</c:v>
                </c:pt>
                <c:pt idx="3">
                  <c:v>1500</c:v>
                </c:pt>
                <c:pt idx="4">
                  <c:v>2000</c:v>
                </c:pt>
                <c:pt idx="5">
                  <c:v>2500</c:v>
                </c:pt>
                <c:pt idx="6">
                  <c:v>3000</c:v>
                </c:pt>
                <c:pt idx="7">
                  <c:v>3500</c:v>
                </c:pt>
                <c:pt idx="8">
                  <c:v>4000</c:v>
                </c:pt>
                <c:pt idx="9">
                  <c:v>4500</c:v>
                </c:pt>
                <c:pt idx="10">
                  <c:v>5000</c:v>
                </c:pt>
                <c:pt idx="11">
                  <c:v>5500</c:v>
                </c:pt>
                <c:pt idx="12">
                  <c:v>6000</c:v>
                </c:pt>
                <c:pt idx="13">
                  <c:v>6500</c:v>
                </c:pt>
                <c:pt idx="14">
                  <c:v>7000</c:v>
                </c:pt>
                <c:pt idx="15">
                  <c:v>7500</c:v>
                </c:pt>
                <c:pt idx="16">
                  <c:v>8000</c:v>
                </c:pt>
                <c:pt idx="17">
                  <c:v>8500</c:v>
                </c:pt>
                <c:pt idx="18">
                  <c:v>9000</c:v>
                </c:pt>
                <c:pt idx="19">
                  <c:v>9500</c:v>
                </c:pt>
                <c:pt idx="20">
                  <c:v>10000</c:v>
                </c:pt>
              </c:numCache>
            </c:numRef>
          </c:xVal>
          <c:yVal>
            <c:numRef>
              <c:f>Лист1!$B$1:$B$21</c:f>
              <c:numCache>
                <c:formatCode>General</c:formatCode>
                <c:ptCount val="21"/>
                <c:pt idx="0">
                  <c:v>0</c:v>
                </c:pt>
                <c:pt idx="1">
                  <c:v>4482.8921423310439</c:v>
                </c:pt>
                <c:pt idx="2">
                  <c:v>9965.7842846620879</c:v>
                </c:pt>
                <c:pt idx="3">
                  <c:v>15826.120178074865</c:v>
                </c:pt>
                <c:pt idx="4">
                  <c:v>21931.568569324176</c:v>
                </c:pt>
                <c:pt idx="5">
                  <c:v>28219.28094887362</c:v>
                </c:pt>
                <c:pt idx="6">
                  <c:v>34652.240356149727</c:v>
                </c:pt>
                <c:pt idx="7">
                  <c:v>41205.987223518918</c:v>
                </c:pt>
                <c:pt idx="8">
                  <c:v>47863.137138648352</c:v>
                </c:pt>
                <c:pt idx="9">
                  <c:v>54610.691787469805</c:v>
                </c:pt>
                <c:pt idx="10">
                  <c:v>61438.561897747255</c:v>
                </c:pt>
                <c:pt idx="11">
                  <c:v>68338.687468146614</c:v>
                </c:pt>
                <c:pt idx="12">
                  <c:v>75304.480712299453</c:v>
                </c:pt>
                <c:pt idx="13">
                  <c:v>82330.456018220662</c:v>
                </c:pt>
                <c:pt idx="14">
                  <c:v>89411.974447037835</c:v>
                </c:pt>
                <c:pt idx="15">
                  <c:v>96545.061602029557</c:v>
                </c:pt>
                <c:pt idx="16">
                  <c:v>103726.2742772967</c:v>
                </c:pt>
                <c:pt idx="17">
                  <c:v>110952.60057025564</c:v>
                </c:pt>
                <c:pt idx="18">
                  <c:v>118221.38357493961</c:v>
                </c:pt>
                <c:pt idx="19">
                  <c:v>125530.26208200389</c:v>
                </c:pt>
                <c:pt idx="20">
                  <c:v>132877.1237954945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A18E-4FBE-8CDC-0BEEE289CF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58543055"/>
        <c:axId val="858542223"/>
      </c:scatterChart>
      <c:valAx>
        <c:axId val="858543055"/>
        <c:scaling>
          <c:orientation val="minMax"/>
          <c:max val="100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>
                <a:lumMod val="15000"/>
                <a:lumOff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58542223"/>
        <c:crosses val="autoZero"/>
        <c:crossBetween val="midCat"/>
        <c:majorUnit val="1000"/>
      </c:valAx>
      <c:valAx>
        <c:axId val="8585422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>
                <a:lumMod val="25000"/>
                <a:lumOff val="7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spc="2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5854305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6247594050743651E-2"/>
          <c:y val="0.1475699912510936"/>
          <c:w val="0.83319685039370084"/>
          <c:h val="0.73577136191309422"/>
        </c:manualLayout>
      </c:layout>
      <c:scatterChart>
        <c:scatterStyle val="smoothMarker"/>
        <c:varyColors val="0"/>
        <c:ser>
          <c:idx val="2"/>
          <c:order val="2"/>
          <c:tx>
            <c:strRef>
              <c:f>results!$D$1</c:f>
              <c:strCache>
                <c:ptCount val="1"/>
                <c:pt idx="0">
                  <c:v>Iterations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xVal>
            <c:numRef>
              <c:f>results!$A$2:$A$101</c:f>
              <c:numCache>
                <c:formatCode>General</c:formatCode>
                <c:ptCount val="100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  <c:pt idx="10">
                  <c:v>1100</c:v>
                </c:pt>
                <c:pt idx="11">
                  <c:v>1200</c:v>
                </c:pt>
                <c:pt idx="12">
                  <c:v>1300</c:v>
                </c:pt>
                <c:pt idx="13">
                  <c:v>1400</c:v>
                </c:pt>
                <c:pt idx="14">
                  <c:v>1500</c:v>
                </c:pt>
                <c:pt idx="15">
                  <c:v>1600</c:v>
                </c:pt>
                <c:pt idx="16">
                  <c:v>1700</c:v>
                </c:pt>
                <c:pt idx="17">
                  <c:v>1800</c:v>
                </c:pt>
                <c:pt idx="18">
                  <c:v>1900</c:v>
                </c:pt>
                <c:pt idx="19">
                  <c:v>1999</c:v>
                </c:pt>
                <c:pt idx="20">
                  <c:v>2100</c:v>
                </c:pt>
                <c:pt idx="21">
                  <c:v>2200</c:v>
                </c:pt>
                <c:pt idx="22">
                  <c:v>2300</c:v>
                </c:pt>
                <c:pt idx="23">
                  <c:v>2400</c:v>
                </c:pt>
                <c:pt idx="24">
                  <c:v>2500</c:v>
                </c:pt>
                <c:pt idx="25">
                  <c:v>2600</c:v>
                </c:pt>
                <c:pt idx="26">
                  <c:v>2700</c:v>
                </c:pt>
                <c:pt idx="27">
                  <c:v>2800</c:v>
                </c:pt>
                <c:pt idx="28">
                  <c:v>2900</c:v>
                </c:pt>
                <c:pt idx="29">
                  <c:v>3000</c:v>
                </c:pt>
                <c:pt idx="30">
                  <c:v>3100</c:v>
                </c:pt>
                <c:pt idx="31">
                  <c:v>3200</c:v>
                </c:pt>
                <c:pt idx="32">
                  <c:v>3300</c:v>
                </c:pt>
                <c:pt idx="33">
                  <c:v>3400</c:v>
                </c:pt>
                <c:pt idx="34">
                  <c:v>3500</c:v>
                </c:pt>
                <c:pt idx="35">
                  <c:v>3600</c:v>
                </c:pt>
                <c:pt idx="36">
                  <c:v>3700</c:v>
                </c:pt>
                <c:pt idx="37">
                  <c:v>3800</c:v>
                </c:pt>
                <c:pt idx="38">
                  <c:v>3899</c:v>
                </c:pt>
                <c:pt idx="39">
                  <c:v>4000</c:v>
                </c:pt>
                <c:pt idx="40">
                  <c:v>4100</c:v>
                </c:pt>
                <c:pt idx="41">
                  <c:v>4200</c:v>
                </c:pt>
                <c:pt idx="42">
                  <c:v>4300</c:v>
                </c:pt>
                <c:pt idx="43">
                  <c:v>4400</c:v>
                </c:pt>
                <c:pt idx="44">
                  <c:v>4500</c:v>
                </c:pt>
                <c:pt idx="45">
                  <c:v>4600</c:v>
                </c:pt>
                <c:pt idx="46">
                  <c:v>4700</c:v>
                </c:pt>
                <c:pt idx="47">
                  <c:v>4800</c:v>
                </c:pt>
                <c:pt idx="48">
                  <c:v>4900</c:v>
                </c:pt>
                <c:pt idx="49">
                  <c:v>5000</c:v>
                </c:pt>
                <c:pt idx="50">
                  <c:v>5100</c:v>
                </c:pt>
                <c:pt idx="51">
                  <c:v>5200</c:v>
                </c:pt>
                <c:pt idx="52">
                  <c:v>5300</c:v>
                </c:pt>
                <c:pt idx="53">
                  <c:v>5400</c:v>
                </c:pt>
                <c:pt idx="54">
                  <c:v>5500</c:v>
                </c:pt>
                <c:pt idx="55">
                  <c:v>5600</c:v>
                </c:pt>
                <c:pt idx="56">
                  <c:v>5700</c:v>
                </c:pt>
                <c:pt idx="57">
                  <c:v>5800</c:v>
                </c:pt>
                <c:pt idx="58">
                  <c:v>5900</c:v>
                </c:pt>
                <c:pt idx="59">
                  <c:v>5999</c:v>
                </c:pt>
                <c:pt idx="60">
                  <c:v>6100</c:v>
                </c:pt>
                <c:pt idx="61">
                  <c:v>6200</c:v>
                </c:pt>
                <c:pt idx="62">
                  <c:v>6300</c:v>
                </c:pt>
                <c:pt idx="63">
                  <c:v>6400</c:v>
                </c:pt>
                <c:pt idx="64">
                  <c:v>6500</c:v>
                </c:pt>
                <c:pt idx="65">
                  <c:v>6600</c:v>
                </c:pt>
                <c:pt idx="66">
                  <c:v>6700</c:v>
                </c:pt>
                <c:pt idx="67">
                  <c:v>6800</c:v>
                </c:pt>
                <c:pt idx="68">
                  <c:v>6900</c:v>
                </c:pt>
                <c:pt idx="69">
                  <c:v>7000</c:v>
                </c:pt>
                <c:pt idx="70">
                  <c:v>7100</c:v>
                </c:pt>
                <c:pt idx="71">
                  <c:v>7200</c:v>
                </c:pt>
                <c:pt idx="72">
                  <c:v>7300</c:v>
                </c:pt>
                <c:pt idx="73">
                  <c:v>7400</c:v>
                </c:pt>
                <c:pt idx="74">
                  <c:v>7500</c:v>
                </c:pt>
                <c:pt idx="75">
                  <c:v>7600</c:v>
                </c:pt>
                <c:pt idx="76">
                  <c:v>7699</c:v>
                </c:pt>
                <c:pt idx="77">
                  <c:v>7800</c:v>
                </c:pt>
                <c:pt idx="78">
                  <c:v>7900</c:v>
                </c:pt>
                <c:pt idx="79">
                  <c:v>8000</c:v>
                </c:pt>
                <c:pt idx="80">
                  <c:v>8100</c:v>
                </c:pt>
                <c:pt idx="81">
                  <c:v>8200</c:v>
                </c:pt>
                <c:pt idx="82">
                  <c:v>8300</c:v>
                </c:pt>
                <c:pt idx="83">
                  <c:v>8400</c:v>
                </c:pt>
                <c:pt idx="84">
                  <c:v>8500</c:v>
                </c:pt>
                <c:pt idx="85">
                  <c:v>8600</c:v>
                </c:pt>
                <c:pt idx="86">
                  <c:v>8700</c:v>
                </c:pt>
                <c:pt idx="87">
                  <c:v>8800</c:v>
                </c:pt>
                <c:pt idx="88">
                  <c:v>8900</c:v>
                </c:pt>
                <c:pt idx="89">
                  <c:v>9000</c:v>
                </c:pt>
                <c:pt idx="90">
                  <c:v>9100</c:v>
                </c:pt>
                <c:pt idx="91">
                  <c:v>9200</c:v>
                </c:pt>
                <c:pt idx="92">
                  <c:v>9300</c:v>
                </c:pt>
                <c:pt idx="93">
                  <c:v>9400</c:v>
                </c:pt>
                <c:pt idx="94">
                  <c:v>9500</c:v>
                </c:pt>
                <c:pt idx="95">
                  <c:v>9600</c:v>
                </c:pt>
                <c:pt idx="96">
                  <c:v>9700</c:v>
                </c:pt>
                <c:pt idx="97">
                  <c:v>9800</c:v>
                </c:pt>
                <c:pt idx="98">
                  <c:v>9900</c:v>
                </c:pt>
                <c:pt idx="99">
                  <c:v>10000</c:v>
                </c:pt>
              </c:numCache>
            </c:numRef>
          </c:xVal>
          <c:yVal>
            <c:numRef>
              <c:f>results!$D$2:$D$101</c:f>
              <c:numCache>
                <c:formatCode>General</c:formatCode>
                <c:ptCount val="100"/>
                <c:pt idx="0">
                  <c:v>511</c:v>
                </c:pt>
                <c:pt idx="1">
                  <c:v>1009</c:v>
                </c:pt>
                <c:pt idx="2">
                  <c:v>1506</c:v>
                </c:pt>
                <c:pt idx="3">
                  <c:v>2012</c:v>
                </c:pt>
                <c:pt idx="4">
                  <c:v>2505</c:v>
                </c:pt>
                <c:pt idx="5">
                  <c:v>3014</c:v>
                </c:pt>
                <c:pt idx="6">
                  <c:v>3512</c:v>
                </c:pt>
                <c:pt idx="7">
                  <c:v>4013</c:v>
                </c:pt>
                <c:pt idx="8">
                  <c:v>4508</c:v>
                </c:pt>
                <c:pt idx="9">
                  <c:v>5016</c:v>
                </c:pt>
                <c:pt idx="10">
                  <c:v>5511</c:v>
                </c:pt>
                <c:pt idx="11">
                  <c:v>6009</c:v>
                </c:pt>
                <c:pt idx="12">
                  <c:v>6509</c:v>
                </c:pt>
                <c:pt idx="13">
                  <c:v>7009</c:v>
                </c:pt>
                <c:pt idx="14">
                  <c:v>7508</c:v>
                </c:pt>
                <c:pt idx="15">
                  <c:v>8011</c:v>
                </c:pt>
                <c:pt idx="16">
                  <c:v>8511</c:v>
                </c:pt>
                <c:pt idx="17">
                  <c:v>9011</c:v>
                </c:pt>
                <c:pt idx="18">
                  <c:v>9514</c:v>
                </c:pt>
                <c:pt idx="19">
                  <c:v>10002</c:v>
                </c:pt>
                <c:pt idx="20">
                  <c:v>10506</c:v>
                </c:pt>
                <c:pt idx="21">
                  <c:v>11014</c:v>
                </c:pt>
                <c:pt idx="22">
                  <c:v>11509</c:v>
                </c:pt>
                <c:pt idx="23">
                  <c:v>12009</c:v>
                </c:pt>
                <c:pt idx="24">
                  <c:v>12507</c:v>
                </c:pt>
                <c:pt idx="25">
                  <c:v>13009</c:v>
                </c:pt>
                <c:pt idx="26">
                  <c:v>13508</c:v>
                </c:pt>
                <c:pt idx="27">
                  <c:v>14011</c:v>
                </c:pt>
                <c:pt idx="28">
                  <c:v>14509</c:v>
                </c:pt>
                <c:pt idx="29">
                  <c:v>15013</c:v>
                </c:pt>
                <c:pt idx="30">
                  <c:v>15509</c:v>
                </c:pt>
                <c:pt idx="31">
                  <c:v>16013</c:v>
                </c:pt>
                <c:pt idx="32">
                  <c:v>16508</c:v>
                </c:pt>
                <c:pt idx="33">
                  <c:v>17008</c:v>
                </c:pt>
                <c:pt idx="34">
                  <c:v>17507</c:v>
                </c:pt>
                <c:pt idx="35">
                  <c:v>18010</c:v>
                </c:pt>
                <c:pt idx="36">
                  <c:v>18513</c:v>
                </c:pt>
                <c:pt idx="37">
                  <c:v>19004</c:v>
                </c:pt>
                <c:pt idx="38">
                  <c:v>19505</c:v>
                </c:pt>
                <c:pt idx="39">
                  <c:v>20012</c:v>
                </c:pt>
                <c:pt idx="40">
                  <c:v>20511</c:v>
                </c:pt>
                <c:pt idx="41">
                  <c:v>21012</c:v>
                </c:pt>
                <c:pt idx="42">
                  <c:v>21508</c:v>
                </c:pt>
                <c:pt idx="43">
                  <c:v>22008</c:v>
                </c:pt>
                <c:pt idx="44">
                  <c:v>22506</c:v>
                </c:pt>
                <c:pt idx="45">
                  <c:v>23007</c:v>
                </c:pt>
                <c:pt idx="46">
                  <c:v>23503</c:v>
                </c:pt>
                <c:pt idx="47">
                  <c:v>24015</c:v>
                </c:pt>
                <c:pt idx="48">
                  <c:v>24511</c:v>
                </c:pt>
                <c:pt idx="49">
                  <c:v>25006</c:v>
                </c:pt>
                <c:pt idx="50">
                  <c:v>25510</c:v>
                </c:pt>
                <c:pt idx="51">
                  <c:v>26011</c:v>
                </c:pt>
                <c:pt idx="52">
                  <c:v>26512</c:v>
                </c:pt>
                <c:pt idx="53">
                  <c:v>27006</c:v>
                </c:pt>
                <c:pt idx="54">
                  <c:v>27510</c:v>
                </c:pt>
                <c:pt idx="55">
                  <c:v>28007</c:v>
                </c:pt>
                <c:pt idx="56">
                  <c:v>28506</c:v>
                </c:pt>
                <c:pt idx="57">
                  <c:v>29013</c:v>
                </c:pt>
                <c:pt idx="58">
                  <c:v>29512</c:v>
                </c:pt>
                <c:pt idx="59">
                  <c:v>30009</c:v>
                </c:pt>
                <c:pt idx="60">
                  <c:v>30512</c:v>
                </c:pt>
                <c:pt idx="61">
                  <c:v>31009</c:v>
                </c:pt>
                <c:pt idx="62">
                  <c:v>31511</c:v>
                </c:pt>
                <c:pt idx="63">
                  <c:v>32006</c:v>
                </c:pt>
                <c:pt idx="64">
                  <c:v>32512</c:v>
                </c:pt>
                <c:pt idx="65">
                  <c:v>33011</c:v>
                </c:pt>
                <c:pt idx="66">
                  <c:v>33510</c:v>
                </c:pt>
                <c:pt idx="67">
                  <c:v>34006</c:v>
                </c:pt>
                <c:pt idx="68">
                  <c:v>34508</c:v>
                </c:pt>
                <c:pt idx="69">
                  <c:v>35007</c:v>
                </c:pt>
                <c:pt idx="70">
                  <c:v>35512</c:v>
                </c:pt>
                <c:pt idx="71">
                  <c:v>36011</c:v>
                </c:pt>
                <c:pt idx="72">
                  <c:v>36512</c:v>
                </c:pt>
                <c:pt idx="73">
                  <c:v>37014</c:v>
                </c:pt>
                <c:pt idx="74">
                  <c:v>37510</c:v>
                </c:pt>
                <c:pt idx="75">
                  <c:v>38007</c:v>
                </c:pt>
                <c:pt idx="76">
                  <c:v>38501</c:v>
                </c:pt>
                <c:pt idx="77">
                  <c:v>39007</c:v>
                </c:pt>
                <c:pt idx="78">
                  <c:v>39506</c:v>
                </c:pt>
                <c:pt idx="79">
                  <c:v>40012</c:v>
                </c:pt>
                <c:pt idx="80">
                  <c:v>40511</c:v>
                </c:pt>
                <c:pt idx="81">
                  <c:v>41010</c:v>
                </c:pt>
                <c:pt idx="82">
                  <c:v>41506</c:v>
                </c:pt>
                <c:pt idx="83">
                  <c:v>42014</c:v>
                </c:pt>
                <c:pt idx="84">
                  <c:v>42508</c:v>
                </c:pt>
                <c:pt idx="85">
                  <c:v>43006</c:v>
                </c:pt>
                <c:pt idx="86">
                  <c:v>43513</c:v>
                </c:pt>
                <c:pt idx="87">
                  <c:v>44003</c:v>
                </c:pt>
                <c:pt idx="88">
                  <c:v>44506</c:v>
                </c:pt>
                <c:pt idx="89">
                  <c:v>45007</c:v>
                </c:pt>
                <c:pt idx="90">
                  <c:v>45507</c:v>
                </c:pt>
                <c:pt idx="91">
                  <c:v>46008</c:v>
                </c:pt>
                <c:pt idx="92">
                  <c:v>46511</c:v>
                </c:pt>
                <c:pt idx="93">
                  <c:v>47007</c:v>
                </c:pt>
                <c:pt idx="94">
                  <c:v>47507</c:v>
                </c:pt>
                <c:pt idx="95">
                  <c:v>48011</c:v>
                </c:pt>
                <c:pt idx="96">
                  <c:v>48511</c:v>
                </c:pt>
                <c:pt idx="97">
                  <c:v>49010</c:v>
                </c:pt>
                <c:pt idx="98">
                  <c:v>49505</c:v>
                </c:pt>
                <c:pt idx="99">
                  <c:v>50009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F7BD-4BED-B13F-B59061FF82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58552207"/>
        <c:axId val="858527247"/>
        <c:extLst>
          <c:ext xmlns:c15="http://schemas.microsoft.com/office/drawing/2012/chart" uri="{02D57815-91ED-43cb-92C2-25804820EDAC}">
            <c15:filteredScatte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results!$B$1</c15:sqref>
                        </c15:formulaRef>
                      </c:ext>
                    </c:extLst>
                    <c:strCache>
                      <c:ptCount val="1"/>
                      <c:pt idx="0">
                        <c:v>Edges</c:v>
                      </c:pt>
                    </c:strCache>
                  </c:strRef>
                </c:tx>
                <c:spPr>
                  <a:ln w="19050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>
                      <c:ext uri="{02D57815-91ED-43cb-92C2-25804820EDAC}">
                        <c15:formulaRef>
                          <c15:sqref>results!$A$2:$A$101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100</c:v>
                      </c:pt>
                      <c:pt idx="1">
                        <c:v>200</c:v>
                      </c:pt>
                      <c:pt idx="2">
                        <c:v>300</c:v>
                      </c:pt>
                      <c:pt idx="3">
                        <c:v>400</c:v>
                      </c:pt>
                      <c:pt idx="4">
                        <c:v>500</c:v>
                      </c:pt>
                      <c:pt idx="5">
                        <c:v>600</c:v>
                      </c:pt>
                      <c:pt idx="6">
                        <c:v>700</c:v>
                      </c:pt>
                      <c:pt idx="7">
                        <c:v>800</c:v>
                      </c:pt>
                      <c:pt idx="8">
                        <c:v>900</c:v>
                      </c:pt>
                      <c:pt idx="9">
                        <c:v>1000</c:v>
                      </c:pt>
                      <c:pt idx="10">
                        <c:v>1100</c:v>
                      </c:pt>
                      <c:pt idx="11">
                        <c:v>1200</c:v>
                      </c:pt>
                      <c:pt idx="12">
                        <c:v>1300</c:v>
                      </c:pt>
                      <c:pt idx="13">
                        <c:v>1400</c:v>
                      </c:pt>
                      <c:pt idx="14">
                        <c:v>1500</c:v>
                      </c:pt>
                      <c:pt idx="15">
                        <c:v>1600</c:v>
                      </c:pt>
                      <c:pt idx="16">
                        <c:v>1700</c:v>
                      </c:pt>
                      <c:pt idx="17">
                        <c:v>1800</c:v>
                      </c:pt>
                      <c:pt idx="18">
                        <c:v>1900</c:v>
                      </c:pt>
                      <c:pt idx="19">
                        <c:v>1999</c:v>
                      </c:pt>
                      <c:pt idx="20">
                        <c:v>2100</c:v>
                      </c:pt>
                      <c:pt idx="21">
                        <c:v>2200</c:v>
                      </c:pt>
                      <c:pt idx="22">
                        <c:v>2300</c:v>
                      </c:pt>
                      <c:pt idx="23">
                        <c:v>2400</c:v>
                      </c:pt>
                      <c:pt idx="24">
                        <c:v>2500</c:v>
                      </c:pt>
                      <c:pt idx="25">
                        <c:v>2600</c:v>
                      </c:pt>
                      <c:pt idx="26">
                        <c:v>2700</c:v>
                      </c:pt>
                      <c:pt idx="27">
                        <c:v>2800</c:v>
                      </c:pt>
                      <c:pt idx="28">
                        <c:v>2900</c:v>
                      </c:pt>
                      <c:pt idx="29">
                        <c:v>3000</c:v>
                      </c:pt>
                      <c:pt idx="30">
                        <c:v>3100</c:v>
                      </c:pt>
                      <c:pt idx="31">
                        <c:v>3200</c:v>
                      </c:pt>
                      <c:pt idx="32">
                        <c:v>3300</c:v>
                      </c:pt>
                      <c:pt idx="33">
                        <c:v>3400</c:v>
                      </c:pt>
                      <c:pt idx="34">
                        <c:v>3500</c:v>
                      </c:pt>
                      <c:pt idx="35">
                        <c:v>3600</c:v>
                      </c:pt>
                      <c:pt idx="36">
                        <c:v>3700</c:v>
                      </c:pt>
                      <c:pt idx="37">
                        <c:v>3800</c:v>
                      </c:pt>
                      <c:pt idx="38">
                        <c:v>3899</c:v>
                      </c:pt>
                      <c:pt idx="39">
                        <c:v>4000</c:v>
                      </c:pt>
                      <c:pt idx="40">
                        <c:v>4100</c:v>
                      </c:pt>
                      <c:pt idx="41">
                        <c:v>4200</c:v>
                      </c:pt>
                      <c:pt idx="42">
                        <c:v>4300</c:v>
                      </c:pt>
                      <c:pt idx="43">
                        <c:v>4400</c:v>
                      </c:pt>
                      <c:pt idx="44">
                        <c:v>4500</c:v>
                      </c:pt>
                      <c:pt idx="45">
                        <c:v>4600</c:v>
                      </c:pt>
                      <c:pt idx="46">
                        <c:v>4700</c:v>
                      </c:pt>
                      <c:pt idx="47">
                        <c:v>4800</c:v>
                      </c:pt>
                      <c:pt idx="48">
                        <c:v>4900</c:v>
                      </c:pt>
                      <c:pt idx="49">
                        <c:v>5000</c:v>
                      </c:pt>
                      <c:pt idx="50">
                        <c:v>5100</c:v>
                      </c:pt>
                      <c:pt idx="51">
                        <c:v>5200</c:v>
                      </c:pt>
                      <c:pt idx="52">
                        <c:v>5300</c:v>
                      </c:pt>
                      <c:pt idx="53">
                        <c:v>5400</c:v>
                      </c:pt>
                      <c:pt idx="54">
                        <c:v>5500</c:v>
                      </c:pt>
                      <c:pt idx="55">
                        <c:v>5600</c:v>
                      </c:pt>
                      <c:pt idx="56">
                        <c:v>5700</c:v>
                      </c:pt>
                      <c:pt idx="57">
                        <c:v>5800</c:v>
                      </c:pt>
                      <c:pt idx="58">
                        <c:v>5900</c:v>
                      </c:pt>
                      <c:pt idx="59">
                        <c:v>5999</c:v>
                      </c:pt>
                      <c:pt idx="60">
                        <c:v>6100</c:v>
                      </c:pt>
                      <c:pt idx="61">
                        <c:v>6200</c:v>
                      </c:pt>
                      <c:pt idx="62">
                        <c:v>6300</c:v>
                      </c:pt>
                      <c:pt idx="63">
                        <c:v>6400</c:v>
                      </c:pt>
                      <c:pt idx="64">
                        <c:v>6500</c:v>
                      </c:pt>
                      <c:pt idx="65">
                        <c:v>6600</c:v>
                      </c:pt>
                      <c:pt idx="66">
                        <c:v>6700</c:v>
                      </c:pt>
                      <c:pt idx="67">
                        <c:v>6800</c:v>
                      </c:pt>
                      <c:pt idx="68">
                        <c:v>6900</c:v>
                      </c:pt>
                      <c:pt idx="69">
                        <c:v>7000</c:v>
                      </c:pt>
                      <c:pt idx="70">
                        <c:v>7100</c:v>
                      </c:pt>
                      <c:pt idx="71">
                        <c:v>7200</c:v>
                      </c:pt>
                      <c:pt idx="72">
                        <c:v>7300</c:v>
                      </c:pt>
                      <c:pt idx="73">
                        <c:v>7400</c:v>
                      </c:pt>
                      <c:pt idx="74">
                        <c:v>7500</c:v>
                      </c:pt>
                      <c:pt idx="75">
                        <c:v>7600</c:v>
                      </c:pt>
                      <c:pt idx="76">
                        <c:v>7699</c:v>
                      </c:pt>
                      <c:pt idx="77">
                        <c:v>7800</c:v>
                      </c:pt>
                      <c:pt idx="78">
                        <c:v>7900</c:v>
                      </c:pt>
                      <c:pt idx="79">
                        <c:v>8000</c:v>
                      </c:pt>
                      <c:pt idx="80">
                        <c:v>8100</c:v>
                      </c:pt>
                      <c:pt idx="81">
                        <c:v>8200</c:v>
                      </c:pt>
                      <c:pt idx="82">
                        <c:v>8300</c:v>
                      </c:pt>
                      <c:pt idx="83">
                        <c:v>8400</c:v>
                      </c:pt>
                      <c:pt idx="84">
                        <c:v>8500</c:v>
                      </c:pt>
                      <c:pt idx="85">
                        <c:v>8600</c:v>
                      </c:pt>
                      <c:pt idx="86">
                        <c:v>8700</c:v>
                      </c:pt>
                      <c:pt idx="87">
                        <c:v>8800</c:v>
                      </c:pt>
                      <c:pt idx="88">
                        <c:v>8900</c:v>
                      </c:pt>
                      <c:pt idx="89">
                        <c:v>9000</c:v>
                      </c:pt>
                      <c:pt idx="90">
                        <c:v>9100</c:v>
                      </c:pt>
                      <c:pt idx="91">
                        <c:v>9200</c:v>
                      </c:pt>
                      <c:pt idx="92">
                        <c:v>9300</c:v>
                      </c:pt>
                      <c:pt idx="93">
                        <c:v>9400</c:v>
                      </c:pt>
                      <c:pt idx="94">
                        <c:v>9500</c:v>
                      </c:pt>
                      <c:pt idx="95">
                        <c:v>9600</c:v>
                      </c:pt>
                      <c:pt idx="96">
                        <c:v>9700</c:v>
                      </c:pt>
                      <c:pt idx="97">
                        <c:v>9800</c:v>
                      </c:pt>
                      <c:pt idx="98">
                        <c:v>9900</c:v>
                      </c:pt>
                      <c:pt idx="99">
                        <c:v>10000</c:v>
                      </c:pt>
                    </c:numCache>
                  </c:numRef>
                </c:xVal>
                <c:yVal>
                  <c:numRef>
                    <c:extLst>
                      <c:ext uri="{02D57815-91ED-43cb-92C2-25804820EDAC}">
                        <c15:formulaRef>
                          <c15:sqref>results!$B$2:$B$101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500</c:v>
                      </c:pt>
                      <c:pt idx="1">
                        <c:v>1000</c:v>
                      </c:pt>
                      <c:pt idx="2">
                        <c:v>1500</c:v>
                      </c:pt>
                      <c:pt idx="3">
                        <c:v>2000</c:v>
                      </c:pt>
                      <c:pt idx="4">
                        <c:v>2500</c:v>
                      </c:pt>
                      <c:pt idx="5">
                        <c:v>3000</c:v>
                      </c:pt>
                      <c:pt idx="6">
                        <c:v>3500</c:v>
                      </c:pt>
                      <c:pt idx="7">
                        <c:v>4000</c:v>
                      </c:pt>
                      <c:pt idx="8">
                        <c:v>4500</c:v>
                      </c:pt>
                      <c:pt idx="9">
                        <c:v>5000</c:v>
                      </c:pt>
                      <c:pt idx="10">
                        <c:v>5500</c:v>
                      </c:pt>
                      <c:pt idx="11">
                        <c:v>6000</c:v>
                      </c:pt>
                      <c:pt idx="12">
                        <c:v>6500</c:v>
                      </c:pt>
                      <c:pt idx="13">
                        <c:v>7000</c:v>
                      </c:pt>
                      <c:pt idx="14">
                        <c:v>7500</c:v>
                      </c:pt>
                      <c:pt idx="15">
                        <c:v>8000</c:v>
                      </c:pt>
                      <c:pt idx="16">
                        <c:v>8500</c:v>
                      </c:pt>
                      <c:pt idx="17">
                        <c:v>9000</c:v>
                      </c:pt>
                      <c:pt idx="18">
                        <c:v>9500</c:v>
                      </c:pt>
                      <c:pt idx="19">
                        <c:v>9995</c:v>
                      </c:pt>
                      <c:pt idx="20">
                        <c:v>10500</c:v>
                      </c:pt>
                      <c:pt idx="21">
                        <c:v>11000</c:v>
                      </c:pt>
                      <c:pt idx="22">
                        <c:v>11500</c:v>
                      </c:pt>
                      <c:pt idx="23">
                        <c:v>12000</c:v>
                      </c:pt>
                      <c:pt idx="24">
                        <c:v>12500</c:v>
                      </c:pt>
                      <c:pt idx="25">
                        <c:v>13000</c:v>
                      </c:pt>
                      <c:pt idx="26">
                        <c:v>13500</c:v>
                      </c:pt>
                      <c:pt idx="27">
                        <c:v>14000</c:v>
                      </c:pt>
                      <c:pt idx="28">
                        <c:v>14500</c:v>
                      </c:pt>
                      <c:pt idx="29">
                        <c:v>15000</c:v>
                      </c:pt>
                      <c:pt idx="30">
                        <c:v>15500</c:v>
                      </c:pt>
                      <c:pt idx="31">
                        <c:v>16000</c:v>
                      </c:pt>
                      <c:pt idx="32">
                        <c:v>16500</c:v>
                      </c:pt>
                      <c:pt idx="33">
                        <c:v>17000</c:v>
                      </c:pt>
                      <c:pt idx="34">
                        <c:v>17500</c:v>
                      </c:pt>
                      <c:pt idx="35">
                        <c:v>18000</c:v>
                      </c:pt>
                      <c:pt idx="36">
                        <c:v>18500</c:v>
                      </c:pt>
                      <c:pt idx="37">
                        <c:v>19000</c:v>
                      </c:pt>
                      <c:pt idx="38">
                        <c:v>19495</c:v>
                      </c:pt>
                      <c:pt idx="39">
                        <c:v>20000</c:v>
                      </c:pt>
                      <c:pt idx="40">
                        <c:v>20500</c:v>
                      </c:pt>
                      <c:pt idx="41">
                        <c:v>21000</c:v>
                      </c:pt>
                      <c:pt idx="42">
                        <c:v>21500</c:v>
                      </c:pt>
                      <c:pt idx="43">
                        <c:v>22000</c:v>
                      </c:pt>
                      <c:pt idx="44">
                        <c:v>22500</c:v>
                      </c:pt>
                      <c:pt idx="45">
                        <c:v>23000</c:v>
                      </c:pt>
                      <c:pt idx="46">
                        <c:v>23500</c:v>
                      </c:pt>
                      <c:pt idx="47">
                        <c:v>24000</c:v>
                      </c:pt>
                      <c:pt idx="48">
                        <c:v>24500</c:v>
                      </c:pt>
                      <c:pt idx="49">
                        <c:v>25000</c:v>
                      </c:pt>
                      <c:pt idx="50">
                        <c:v>25500</c:v>
                      </c:pt>
                      <c:pt idx="51">
                        <c:v>26000</c:v>
                      </c:pt>
                      <c:pt idx="52">
                        <c:v>26500</c:v>
                      </c:pt>
                      <c:pt idx="53">
                        <c:v>27000</c:v>
                      </c:pt>
                      <c:pt idx="54">
                        <c:v>27500</c:v>
                      </c:pt>
                      <c:pt idx="55">
                        <c:v>28000</c:v>
                      </c:pt>
                      <c:pt idx="56">
                        <c:v>28500</c:v>
                      </c:pt>
                      <c:pt idx="57">
                        <c:v>29000</c:v>
                      </c:pt>
                      <c:pt idx="58">
                        <c:v>29500</c:v>
                      </c:pt>
                      <c:pt idx="59">
                        <c:v>29995</c:v>
                      </c:pt>
                      <c:pt idx="60">
                        <c:v>30500</c:v>
                      </c:pt>
                      <c:pt idx="61">
                        <c:v>31000</c:v>
                      </c:pt>
                      <c:pt idx="62">
                        <c:v>31500</c:v>
                      </c:pt>
                      <c:pt idx="63">
                        <c:v>32000</c:v>
                      </c:pt>
                      <c:pt idx="64">
                        <c:v>32500</c:v>
                      </c:pt>
                      <c:pt idx="65">
                        <c:v>33000</c:v>
                      </c:pt>
                      <c:pt idx="66">
                        <c:v>33500</c:v>
                      </c:pt>
                      <c:pt idx="67">
                        <c:v>34000</c:v>
                      </c:pt>
                      <c:pt idx="68">
                        <c:v>34500</c:v>
                      </c:pt>
                      <c:pt idx="69">
                        <c:v>35000</c:v>
                      </c:pt>
                      <c:pt idx="70">
                        <c:v>35500</c:v>
                      </c:pt>
                      <c:pt idx="71">
                        <c:v>36000</c:v>
                      </c:pt>
                      <c:pt idx="72">
                        <c:v>36500</c:v>
                      </c:pt>
                      <c:pt idx="73">
                        <c:v>37000</c:v>
                      </c:pt>
                      <c:pt idx="74">
                        <c:v>37500</c:v>
                      </c:pt>
                      <c:pt idx="75">
                        <c:v>38000</c:v>
                      </c:pt>
                      <c:pt idx="76">
                        <c:v>38495</c:v>
                      </c:pt>
                      <c:pt idx="77">
                        <c:v>39000</c:v>
                      </c:pt>
                      <c:pt idx="78">
                        <c:v>39500</c:v>
                      </c:pt>
                      <c:pt idx="79">
                        <c:v>40000</c:v>
                      </c:pt>
                      <c:pt idx="80">
                        <c:v>40500</c:v>
                      </c:pt>
                      <c:pt idx="81">
                        <c:v>41000</c:v>
                      </c:pt>
                      <c:pt idx="82">
                        <c:v>41500</c:v>
                      </c:pt>
                      <c:pt idx="83">
                        <c:v>42000</c:v>
                      </c:pt>
                      <c:pt idx="84">
                        <c:v>42500</c:v>
                      </c:pt>
                      <c:pt idx="85">
                        <c:v>43000</c:v>
                      </c:pt>
                      <c:pt idx="86">
                        <c:v>43500</c:v>
                      </c:pt>
                      <c:pt idx="87">
                        <c:v>44000</c:v>
                      </c:pt>
                      <c:pt idx="88">
                        <c:v>44500</c:v>
                      </c:pt>
                      <c:pt idx="89">
                        <c:v>45000</c:v>
                      </c:pt>
                      <c:pt idx="90">
                        <c:v>45500</c:v>
                      </c:pt>
                      <c:pt idx="91">
                        <c:v>46000</c:v>
                      </c:pt>
                      <c:pt idx="92">
                        <c:v>46500</c:v>
                      </c:pt>
                      <c:pt idx="93">
                        <c:v>47000</c:v>
                      </c:pt>
                      <c:pt idx="94">
                        <c:v>47500</c:v>
                      </c:pt>
                      <c:pt idx="95">
                        <c:v>48000</c:v>
                      </c:pt>
                      <c:pt idx="96">
                        <c:v>48500</c:v>
                      </c:pt>
                      <c:pt idx="97">
                        <c:v>49000</c:v>
                      </c:pt>
                      <c:pt idx="98">
                        <c:v>49500</c:v>
                      </c:pt>
                      <c:pt idx="99">
                        <c:v>50000</c:v>
                      </c:pt>
                    </c:numCache>
                  </c:numRef>
                </c:yVal>
                <c:smooth val="1"/>
                <c:extLst>
                  <c:ext xmlns:c16="http://schemas.microsoft.com/office/drawing/2014/chart" uri="{C3380CC4-5D6E-409C-BE32-E72D297353CC}">
                    <c16:uniqueId val="{00000001-F7BD-4BED-B13F-B59061FF821D}"/>
                  </c:ext>
                </c:extLst>
              </c15:ser>
            </c15:filteredScatterSeries>
            <c15:filteredScatte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results!$C$1</c15:sqref>
                        </c15:formulaRef>
                      </c:ext>
                    </c:extLst>
                    <c:strCache>
                      <c:ptCount val="1"/>
                      <c:pt idx="0">
                        <c:v>Time_ms</c:v>
                      </c:pt>
                    </c:strCache>
                  </c:strRef>
                </c:tx>
                <c:spPr>
                  <a:ln w="19050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results!$A$2:$A$101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100</c:v>
                      </c:pt>
                      <c:pt idx="1">
                        <c:v>200</c:v>
                      </c:pt>
                      <c:pt idx="2">
                        <c:v>300</c:v>
                      </c:pt>
                      <c:pt idx="3">
                        <c:v>400</c:v>
                      </c:pt>
                      <c:pt idx="4">
                        <c:v>500</c:v>
                      </c:pt>
                      <c:pt idx="5">
                        <c:v>600</c:v>
                      </c:pt>
                      <c:pt idx="6">
                        <c:v>700</c:v>
                      </c:pt>
                      <c:pt idx="7">
                        <c:v>800</c:v>
                      </c:pt>
                      <c:pt idx="8">
                        <c:v>900</c:v>
                      </c:pt>
                      <c:pt idx="9">
                        <c:v>1000</c:v>
                      </c:pt>
                      <c:pt idx="10">
                        <c:v>1100</c:v>
                      </c:pt>
                      <c:pt idx="11">
                        <c:v>1200</c:v>
                      </c:pt>
                      <c:pt idx="12">
                        <c:v>1300</c:v>
                      </c:pt>
                      <c:pt idx="13">
                        <c:v>1400</c:v>
                      </c:pt>
                      <c:pt idx="14">
                        <c:v>1500</c:v>
                      </c:pt>
                      <c:pt idx="15">
                        <c:v>1600</c:v>
                      </c:pt>
                      <c:pt idx="16">
                        <c:v>1700</c:v>
                      </c:pt>
                      <c:pt idx="17">
                        <c:v>1800</c:v>
                      </c:pt>
                      <c:pt idx="18">
                        <c:v>1900</c:v>
                      </c:pt>
                      <c:pt idx="19">
                        <c:v>1999</c:v>
                      </c:pt>
                      <c:pt idx="20">
                        <c:v>2100</c:v>
                      </c:pt>
                      <c:pt idx="21">
                        <c:v>2200</c:v>
                      </c:pt>
                      <c:pt idx="22">
                        <c:v>2300</c:v>
                      </c:pt>
                      <c:pt idx="23">
                        <c:v>2400</c:v>
                      </c:pt>
                      <c:pt idx="24">
                        <c:v>2500</c:v>
                      </c:pt>
                      <c:pt idx="25">
                        <c:v>2600</c:v>
                      </c:pt>
                      <c:pt idx="26">
                        <c:v>2700</c:v>
                      </c:pt>
                      <c:pt idx="27">
                        <c:v>2800</c:v>
                      </c:pt>
                      <c:pt idx="28">
                        <c:v>2900</c:v>
                      </c:pt>
                      <c:pt idx="29">
                        <c:v>3000</c:v>
                      </c:pt>
                      <c:pt idx="30">
                        <c:v>3100</c:v>
                      </c:pt>
                      <c:pt idx="31">
                        <c:v>3200</c:v>
                      </c:pt>
                      <c:pt idx="32">
                        <c:v>3300</c:v>
                      </c:pt>
                      <c:pt idx="33">
                        <c:v>3400</c:v>
                      </c:pt>
                      <c:pt idx="34">
                        <c:v>3500</c:v>
                      </c:pt>
                      <c:pt idx="35">
                        <c:v>3600</c:v>
                      </c:pt>
                      <c:pt idx="36">
                        <c:v>3700</c:v>
                      </c:pt>
                      <c:pt idx="37">
                        <c:v>3800</c:v>
                      </c:pt>
                      <c:pt idx="38">
                        <c:v>3899</c:v>
                      </c:pt>
                      <c:pt idx="39">
                        <c:v>4000</c:v>
                      </c:pt>
                      <c:pt idx="40">
                        <c:v>4100</c:v>
                      </c:pt>
                      <c:pt idx="41">
                        <c:v>4200</c:v>
                      </c:pt>
                      <c:pt idx="42">
                        <c:v>4300</c:v>
                      </c:pt>
                      <c:pt idx="43">
                        <c:v>4400</c:v>
                      </c:pt>
                      <c:pt idx="44">
                        <c:v>4500</c:v>
                      </c:pt>
                      <c:pt idx="45">
                        <c:v>4600</c:v>
                      </c:pt>
                      <c:pt idx="46">
                        <c:v>4700</c:v>
                      </c:pt>
                      <c:pt idx="47">
                        <c:v>4800</c:v>
                      </c:pt>
                      <c:pt idx="48">
                        <c:v>4900</c:v>
                      </c:pt>
                      <c:pt idx="49">
                        <c:v>5000</c:v>
                      </c:pt>
                      <c:pt idx="50">
                        <c:v>5100</c:v>
                      </c:pt>
                      <c:pt idx="51">
                        <c:v>5200</c:v>
                      </c:pt>
                      <c:pt idx="52">
                        <c:v>5300</c:v>
                      </c:pt>
                      <c:pt idx="53">
                        <c:v>5400</c:v>
                      </c:pt>
                      <c:pt idx="54">
                        <c:v>5500</c:v>
                      </c:pt>
                      <c:pt idx="55">
                        <c:v>5600</c:v>
                      </c:pt>
                      <c:pt idx="56">
                        <c:v>5700</c:v>
                      </c:pt>
                      <c:pt idx="57">
                        <c:v>5800</c:v>
                      </c:pt>
                      <c:pt idx="58">
                        <c:v>5900</c:v>
                      </c:pt>
                      <c:pt idx="59">
                        <c:v>5999</c:v>
                      </c:pt>
                      <c:pt idx="60">
                        <c:v>6100</c:v>
                      </c:pt>
                      <c:pt idx="61">
                        <c:v>6200</c:v>
                      </c:pt>
                      <c:pt idx="62">
                        <c:v>6300</c:v>
                      </c:pt>
                      <c:pt idx="63">
                        <c:v>6400</c:v>
                      </c:pt>
                      <c:pt idx="64">
                        <c:v>6500</c:v>
                      </c:pt>
                      <c:pt idx="65">
                        <c:v>6600</c:v>
                      </c:pt>
                      <c:pt idx="66">
                        <c:v>6700</c:v>
                      </c:pt>
                      <c:pt idx="67">
                        <c:v>6800</c:v>
                      </c:pt>
                      <c:pt idx="68">
                        <c:v>6900</c:v>
                      </c:pt>
                      <c:pt idx="69">
                        <c:v>7000</c:v>
                      </c:pt>
                      <c:pt idx="70">
                        <c:v>7100</c:v>
                      </c:pt>
                      <c:pt idx="71">
                        <c:v>7200</c:v>
                      </c:pt>
                      <c:pt idx="72">
                        <c:v>7300</c:v>
                      </c:pt>
                      <c:pt idx="73">
                        <c:v>7400</c:v>
                      </c:pt>
                      <c:pt idx="74">
                        <c:v>7500</c:v>
                      </c:pt>
                      <c:pt idx="75">
                        <c:v>7600</c:v>
                      </c:pt>
                      <c:pt idx="76">
                        <c:v>7699</c:v>
                      </c:pt>
                      <c:pt idx="77">
                        <c:v>7800</c:v>
                      </c:pt>
                      <c:pt idx="78">
                        <c:v>7900</c:v>
                      </c:pt>
                      <c:pt idx="79">
                        <c:v>8000</c:v>
                      </c:pt>
                      <c:pt idx="80">
                        <c:v>8100</c:v>
                      </c:pt>
                      <c:pt idx="81">
                        <c:v>8200</c:v>
                      </c:pt>
                      <c:pt idx="82">
                        <c:v>8300</c:v>
                      </c:pt>
                      <c:pt idx="83">
                        <c:v>8400</c:v>
                      </c:pt>
                      <c:pt idx="84">
                        <c:v>8500</c:v>
                      </c:pt>
                      <c:pt idx="85">
                        <c:v>8600</c:v>
                      </c:pt>
                      <c:pt idx="86">
                        <c:v>8700</c:v>
                      </c:pt>
                      <c:pt idx="87">
                        <c:v>8800</c:v>
                      </c:pt>
                      <c:pt idx="88">
                        <c:v>8900</c:v>
                      </c:pt>
                      <c:pt idx="89">
                        <c:v>9000</c:v>
                      </c:pt>
                      <c:pt idx="90">
                        <c:v>9100</c:v>
                      </c:pt>
                      <c:pt idx="91">
                        <c:v>9200</c:v>
                      </c:pt>
                      <c:pt idx="92">
                        <c:v>9300</c:v>
                      </c:pt>
                      <c:pt idx="93">
                        <c:v>9400</c:v>
                      </c:pt>
                      <c:pt idx="94">
                        <c:v>9500</c:v>
                      </c:pt>
                      <c:pt idx="95">
                        <c:v>9600</c:v>
                      </c:pt>
                      <c:pt idx="96">
                        <c:v>9700</c:v>
                      </c:pt>
                      <c:pt idx="97">
                        <c:v>9800</c:v>
                      </c:pt>
                      <c:pt idx="98">
                        <c:v>9900</c:v>
                      </c:pt>
                      <c:pt idx="99">
                        <c:v>10000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results!$C$2:$C$101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3.12</c:v>
                      </c:pt>
                      <c:pt idx="1">
                        <c:v>1.83</c:v>
                      </c:pt>
                      <c:pt idx="2">
                        <c:v>1.59</c:v>
                      </c:pt>
                      <c:pt idx="3">
                        <c:v>2.42</c:v>
                      </c:pt>
                      <c:pt idx="4">
                        <c:v>2.3199999999999998</c:v>
                      </c:pt>
                      <c:pt idx="5">
                        <c:v>2.61</c:v>
                      </c:pt>
                      <c:pt idx="6">
                        <c:v>3.31</c:v>
                      </c:pt>
                      <c:pt idx="7">
                        <c:v>3.33</c:v>
                      </c:pt>
                      <c:pt idx="8">
                        <c:v>4.3600000000000003</c:v>
                      </c:pt>
                      <c:pt idx="9">
                        <c:v>2.93</c:v>
                      </c:pt>
                      <c:pt idx="10">
                        <c:v>3.49</c:v>
                      </c:pt>
                      <c:pt idx="11">
                        <c:v>3.41</c:v>
                      </c:pt>
                      <c:pt idx="12">
                        <c:v>2.93</c:v>
                      </c:pt>
                      <c:pt idx="13">
                        <c:v>2.59</c:v>
                      </c:pt>
                      <c:pt idx="14">
                        <c:v>3.83</c:v>
                      </c:pt>
                      <c:pt idx="15">
                        <c:v>3.38</c:v>
                      </c:pt>
                      <c:pt idx="16">
                        <c:v>3.83</c:v>
                      </c:pt>
                      <c:pt idx="17">
                        <c:v>4.3</c:v>
                      </c:pt>
                      <c:pt idx="18">
                        <c:v>2.82</c:v>
                      </c:pt>
                      <c:pt idx="19">
                        <c:v>3.71</c:v>
                      </c:pt>
                      <c:pt idx="20">
                        <c:v>4.6500000000000004</c:v>
                      </c:pt>
                      <c:pt idx="21">
                        <c:v>5.38</c:v>
                      </c:pt>
                      <c:pt idx="22">
                        <c:v>3.73</c:v>
                      </c:pt>
                      <c:pt idx="23">
                        <c:v>5.39</c:v>
                      </c:pt>
                      <c:pt idx="24">
                        <c:v>4.3</c:v>
                      </c:pt>
                      <c:pt idx="25">
                        <c:v>5.23</c:v>
                      </c:pt>
                      <c:pt idx="26">
                        <c:v>3.27</c:v>
                      </c:pt>
                      <c:pt idx="27">
                        <c:v>3.67</c:v>
                      </c:pt>
                      <c:pt idx="28">
                        <c:v>4.38</c:v>
                      </c:pt>
                      <c:pt idx="29">
                        <c:v>3.56</c:v>
                      </c:pt>
                      <c:pt idx="30">
                        <c:v>3.94</c:v>
                      </c:pt>
                      <c:pt idx="31">
                        <c:v>3.86</c:v>
                      </c:pt>
                      <c:pt idx="32">
                        <c:v>4.71</c:v>
                      </c:pt>
                      <c:pt idx="33">
                        <c:v>4.33</c:v>
                      </c:pt>
                      <c:pt idx="34">
                        <c:v>4.72</c:v>
                      </c:pt>
                      <c:pt idx="35">
                        <c:v>4.54</c:v>
                      </c:pt>
                      <c:pt idx="36">
                        <c:v>5.92</c:v>
                      </c:pt>
                      <c:pt idx="37">
                        <c:v>4.68</c:v>
                      </c:pt>
                      <c:pt idx="38">
                        <c:v>5.14</c:v>
                      </c:pt>
                      <c:pt idx="39">
                        <c:v>4.97</c:v>
                      </c:pt>
                      <c:pt idx="40">
                        <c:v>5.66</c:v>
                      </c:pt>
                      <c:pt idx="41">
                        <c:v>5.63</c:v>
                      </c:pt>
                      <c:pt idx="42">
                        <c:v>6.16</c:v>
                      </c:pt>
                      <c:pt idx="43">
                        <c:v>5.49</c:v>
                      </c:pt>
                      <c:pt idx="44">
                        <c:v>6.9</c:v>
                      </c:pt>
                      <c:pt idx="45">
                        <c:v>6.69</c:v>
                      </c:pt>
                      <c:pt idx="46">
                        <c:v>8.15</c:v>
                      </c:pt>
                      <c:pt idx="47">
                        <c:v>9.1300000000000008</c:v>
                      </c:pt>
                      <c:pt idx="48">
                        <c:v>8.61</c:v>
                      </c:pt>
                      <c:pt idx="49">
                        <c:v>6.69</c:v>
                      </c:pt>
                      <c:pt idx="50">
                        <c:v>7.12</c:v>
                      </c:pt>
                      <c:pt idx="51">
                        <c:v>7.31</c:v>
                      </c:pt>
                      <c:pt idx="52">
                        <c:v>6.86</c:v>
                      </c:pt>
                      <c:pt idx="53">
                        <c:v>7.61</c:v>
                      </c:pt>
                      <c:pt idx="54">
                        <c:v>7.21</c:v>
                      </c:pt>
                      <c:pt idx="55">
                        <c:v>8.76</c:v>
                      </c:pt>
                      <c:pt idx="56">
                        <c:v>8.1</c:v>
                      </c:pt>
                      <c:pt idx="57">
                        <c:v>8.5500000000000007</c:v>
                      </c:pt>
                      <c:pt idx="58">
                        <c:v>8.35</c:v>
                      </c:pt>
                      <c:pt idx="59">
                        <c:v>9.0299999999999994</c:v>
                      </c:pt>
                      <c:pt idx="60">
                        <c:v>8.93</c:v>
                      </c:pt>
                      <c:pt idx="61">
                        <c:v>9.19</c:v>
                      </c:pt>
                      <c:pt idx="62">
                        <c:v>7.9</c:v>
                      </c:pt>
                      <c:pt idx="63">
                        <c:v>8.1300000000000008</c:v>
                      </c:pt>
                      <c:pt idx="64">
                        <c:v>8.7799999999999994</c:v>
                      </c:pt>
                      <c:pt idx="65">
                        <c:v>9.84</c:v>
                      </c:pt>
                      <c:pt idx="66">
                        <c:v>12.56</c:v>
                      </c:pt>
                      <c:pt idx="67">
                        <c:v>11.04</c:v>
                      </c:pt>
                      <c:pt idx="68">
                        <c:v>8.8000000000000007</c:v>
                      </c:pt>
                      <c:pt idx="69">
                        <c:v>12.69</c:v>
                      </c:pt>
                      <c:pt idx="70">
                        <c:v>8.9</c:v>
                      </c:pt>
                      <c:pt idx="71">
                        <c:v>11.5</c:v>
                      </c:pt>
                      <c:pt idx="72">
                        <c:v>10.37</c:v>
                      </c:pt>
                      <c:pt idx="73">
                        <c:v>8.3000000000000007</c:v>
                      </c:pt>
                      <c:pt idx="74">
                        <c:v>8.91</c:v>
                      </c:pt>
                      <c:pt idx="75">
                        <c:v>9.15</c:v>
                      </c:pt>
                      <c:pt idx="76">
                        <c:v>9.14</c:v>
                      </c:pt>
                      <c:pt idx="77">
                        <c:v>11.11</c:v>
                      </c:pt>
                      <c:pt idx="78">
                        <c:v>9.4700000000000006</c:v>
                      </c:pt>
                      <c:pt idx="79">
                        <c:v>13.98</c:v>
                      </c:pt>
                      <c:pt idx="80">
                        <c:v>11</c:v>
                      </c:pt>
                      <c:pt idx="81">
                        <c:v>10.49</c:v>
                      </c:pt>
                      <c:pt idx="82">
                        <c:v>10.85</c:v>
                      </c:pt>
                      <c:pt idx="83">
                        <c:v>11.27</c:v>
                      </c:pt>
                      <c:pt idx="84">
                        <c:v>11.65</c:v>
                      </c:pt>
                      <c:pt idx="85">
                        <c:v>12.03</c:v>
                      </c:pt>
                      <c:pt idx="86">
                        <c:v>11.37</c:v>
                      </c:pt>
                      <c:pt idx="87">
                        <c:v>10.9</c:v>
                      </c:pt>
                      <c:pt idx="88">
                        <c:v>11.75</c:v>
                      </c:pt>
                      <c:pt idx="89">
                        <c:v>13.09</c:v>
                      </c:pt>
                      <c:pt idx="90">
                        <c:v>21.05</c:v>
                      </c:pt>
                      <c:pt idx="91">
                        <c:v>19.86</c:v>
                      </c:pt>
                      <c:pt idx="92">
                        <c:v>17.559999999999999</c:v>
                      </c:pt>
                      <c:pt idx="93">
                        <c:v>11.98</c:v>
                      </c:pt>
                      <c:pt idx="94">
                        <c:v>13.64</c:v>
                      </c:pt>
                      <c:pt idx="95">
                        <c:v>13.6</c:v>
                      </c:pt>
                      <c:pt idx="96">
                        <c:v>12.44</c:v>
                      </c:pt>
                      <c:pt idx="97">
                        <c:v>15.25</c:v>
                      </c:pt>
                      <c:pt idx="98">
                        <c:v>13.3</c:v>
                      </c:pt>
                      <c:pt idx="99">
                        <c:v>13.38</c:v>
                      </c:pt>
                    </c:numCache>
                  </c:numRef>
                </c:yVal>
                <c:smooth val="1"/>
                <c:extLst>
                  <c:ext xmlns:c16="http://schemas.microsoft.com/office/drawing/2014/chart" uri="{C3380CC4-5D6E-409C-BE32-E72D297353CC}">
                    <c16:uniqueId val="{00000002-F7BD-4BED-B13F-B59061FF821D}"/>
                  </c:ext>
                </c:extLst>
              </c15:ser>
            </c15:filteredScatterSeries>
            <c15:filteredScatte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results!$E$1</c15:sqref>
                        </c15:formulaRef>
                      </c:ext>
                    </c:extLst>
                    <c:strCache>
                      <c:ptCount val="1"/>
                      <c:pt idx="0">
                        <c:v>MST_Weight</c:v>
                      </c:pt>
                    </c:strCache>
                  </c:strRef>
                </c:tx>
                <c:spPr>
                  <a:ln w="19050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results!$A$2:$A$101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100</c:v>
                      </c:pt>
                      <c:pt idx="1">
                        <c:v>200</c:v>
                      </c:pt>
                      <c:pt idx="2">
                        <c:v>300</c:v>
                      </c:pt>
                      <c:pt idx="3">
                        <c:v>400</c:v>
                      </c:pt>
                      <c:pt idx="4">
                        <c:v>500</c:v>
                      </c:pt>
                      <c:pt idx="5">
                        <c:v>600</c:v>
                      </c:pt>
                      <c:pt idx="6">
                        <c:v>700</c:v>
                      </c:pt>
                      <c:pt idx="7">
                        <c:v>800</c:v>
                      </c:pt>
                      <c:pt idx="8">
                        <c:v>900</c:v>
                      </c:pt>
                      <c:pt idx="9">
                        <c:v>1000</c:v>
                      </c:pt>
                      <c:pt idx="10">
                        <c:v>1100</c:v>
                      </c:pt>
                      <c:pt idx="11">
                        <c:v>1200</c:v>
                      </c:pt>
                      <c:pt idx="12">
                        <c:v>1300</c:v>
                      </c:pt>
                      <c:pt idx="13">
                        <c:v>1400</c:v>
                      </c:pt>
                      <c:pt idx="14">
                        <c:v>1500</c:v>
                      </c:pt>
                      <c:pt idx="15">
                        <c:v>1600</c:v>
                      </c:pt>
                      <c:pt idx="16">
                        <c:v>1700</c:v>
                      </c:pt>
                      <c:pt idx="17">
                        <c:v>1800</c:v>
                      </c:pt>
                      <c:pt idx="18">
                        <c:v>1900</c:v>
                      </c:pt>
                      <c:pt idx="19">
                        <c:v>1999</c:v>
                      </c:pt>
                      <c:pt idx="20">
                        <c:v>2100</c:v>
                      </c:pt>
                      <c:pt idx="21">
                        <c:v>2200</c:v>
                      </c:pt>
                      <c:pt idx="22">
                        <c:v>2300</c:v>
                      </c:pt>
                      <c:pt idx="23">
                        <c:v>2400</c:v>
                      </c:pt>
                      <c:pt idx="24">
                        <c:v>2500</c:v>
                      </c:pt>
                      <c:pt idx="25">
                        <c:v>2600</c:v>
                      </c:pt>
                      <c:pt idx="26">
                        <c:v>2700</c:v>
                      </c:pt>
                      <c:pt idx="27">
                        <c:v>2800</c:v>
                      </c:pt>
                      <c:pt idx="28">
                        <c:v>2900</c:v>
                      </c:pt>
                      <c:pt idx="29">
                        <c:v>3000</c:v>
                      </c:pt>
                      <c:pt idx="30">
                        <c:v>3100</c:v>
                      </c:pt>
                      <c:pt idx="31">
                        <c:v>3200</c:v>
                      </c:pt>
                      <c:pt idx="32">
                        <c:v>3300</c:v>
                      </c:pt>
                      <c:pt idx="33">
                        <c:v>3400</c:v>
                      </c:pt>
                      <c:pt idx="34">
                        <c:v>3500</c:v>
                      </c:pt>
                      <c:pt idx="35">
                        <c:v>3600</c:v>
                      </c:pt>
                      <c:pt idx="36">
                        <c:v>3700</c:v>
                      </c:pt>
                      <c:pt idx="37">
                        <c:v>3800</c:v>
                      </c:pt>
                      <c:pt idx="38">
                        <c:v>3899</c:v>
                      </c:pt>
                      <c:pt idx="39">
                        <c:v>4000</c:v>
                      </c:pt>
                      <c:pt idx="40">
                        <c:v>4100</c:v>
                      </c:pt>
                      <c:pt idx="41">
                        <c:v>4200</c:v>
                      </c:pt>
                      <c:pt idx="42">
                        <c:v>4300</c:v>
                      </c:pt>
                      <c:pt idx="43">
                        <c:v>4400</c:v>
                      </c:pt>
                      <c:pt idx="44">
                        <c:v>4500</c:v>
                      </c:pt>
                      <c:pt idx="45">
                        <c:v>4600</c:v>
                      </c:pt>
                      <c:pt idx="46">
                        <c:v>4700</c:v>
                      </c:pt>
                      <c:pt idx="47">
                        <c:v>4800</c:v>
                      </c:pt>
                      <c:pt idx="48">
                        <c:v>4900</c:v>
                      </c:pt>
                      <c:pt idx="49">
                        <c:v>5000</c:v>
                      </c:pt>
                      <c:pt idx="50">
                        <c:v>5100</c:v>
                      </c:pt>
                      <c:pt idx="51">
                        <c:v>5200</c:v>
                      </c:pt>
                      <c:pt idx="52">
                        <c:v>5300</c:v>
                      </c:pt>
                      <c:pt idx="53">
                        <c:v>5400</c:v>
                      </c:pt>
                      <c:pt idx="54">
                        <c:v>5500</c:v>
                      </c:pt>
                      <c:pt idx="55">
                        <c:v>5600</c:v>
                      </c:pt>
                      <c:pt idx="56">
                        <c:v>5700</c:v>
                      </c:pt>
                      <c:pt idx="57">
                        <c:v>5800</c:v>
                      </c:pt>
                      <c:pt idx="58">
                        <c:v>5900</c:v>
                      </c:pt>
                      <c:pt idx="59">
                        <c:v>5999</c:v>
                      </c:pt>
                      <c:pt idx="60">
                        <c:v>6100</c:v>
                      </c:pt>
                      <c:pt idx="61">
                        <c:v>6200</c:v>
                      </c:pt>
                      <c:pt idx="62">
                        <c:v>6300</c:v>
                      </c:pt>
                      <c:pt idx="63">
                        <c:v>6400</c:v>
                      </c:pt>
                      <c:pt idx="64">
                        <c:v>6500</c:v>
                      </c:pt>
                      <c:pt idx="65">
                        <c:v>6600</c:v>
                      </c:pt>
                      <c:pt idx="66">
                        <c:v>6700</c:v>
                      </c:pt>
                      <c:pt idx="67">
                        <c:v>6800</c:v>
                      </c:pt>
                      <c:pt idx="68">
                        <c:v>6900</c:v>
                      </c:pt>
                      <c:pt idx="69">
                        <c:v>7000</c:v>
                      </c:pt>
                      <c:pt idx="70">
                        <c:v>7100</c:v>
                      </c:pt>
                      <c:pt idx="71">
                        <c:v>7200</c:v>
                      </c:pt>
                      <c:pt idx="72">
                        <c:v>7300</c:v>
                      </c:pt>
                      <c:pt idx="73">
                        <c:v>7400</c:v>
                      </c:pt>
                      <c:pt idx="74">
                        <c:v>7500</c:v>
                      </c:pt>
                      <c:pt idx="75">
                        <c:v>7600</c:v>
                      </c:pt>
                      <c:pt idx="76">
                        <c:v>7699</c:v>
                      </c:pt>
                      <c:pt idx="77">
                        <c:v>7800</c:v>
                      </c:pt>
                      <c:pt idx="78">
                        <c:v>7900</c:v>
                      </c:pt>
                      <c:pt idx="79">
                        <c:v>8000</c:v>
                      </c:pt>
                      <c:pt idx="80">
                        <c:v>8100</c:v>
                      </c:pt>
                      <c:pt idx="81">
                        <c:v>8200</c:v>
                      </c:pt>
                      <c:pt idx="82">
                        <c:v>8300</c:v>
                      </c:pt>
                      <c:pt idx="83">
                        <c:v>8400</c:v>
                      </c:pt>
                      <c:pt idx="84">
                        <c:v>8500</c:v>
                      </c:pt>
                      <c:pt idx="85">
                        <c:v>8600</c:v>
                      </c:pt>
                      <c:pt idx="86">
                        <c:v>8700</c:v>
                      </c:pt>
                      <c:pt idx="87">
                        <c:v>8800</c:v>
                      </c:pt>
                      <c:pt idx="88">
                        <c:v>8900</c:v>
                      </c:pt>
                      <c:pt idx="89">
                        <c:v>9000</c:v>
                      </c:pt>
                      <c:pt idx="90">
                        <c:v>9100</c:v>
                      </c:pt>
                      <c:pt idx="91">
                        <c:v>9200</c:v>
                      </c:pt>
                      <c:pt idx="92">
                        <c:v>9300</c:v>
                      </c:pt>
                      <c:pt idx="93">
                        <c:v>9400</c:v>
                      </c:pt>
                      <c:pt idx="94">
                        <c:v>9500</c:v>
                      </c:pt>
                      <c:pt idx="95">
                        <c:v>9600</c:v>
                      </c:pt>
                      <c:pt idx="96">
                        <c:v>9700</c:v>
                      </c:pt>
                      <c:pt idx="97">
                        <c:v>9800</c:v>
                      </c:pt>
                      <c:pt idx="98">
                        <c:v>9900</c:v>
                      </c:pt>
                      <c:pt idx="99">
                        <c:v>10000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results!$E$2:$E$101</c15:sqref>
                        </c15:formulaRef>
                      </c:ext>
                    </c:extLst>
                    <c:numCache>
                      <c:formatCode>General</c:formatCode>
                      <c:ptCount val="100"/>
                      <c:pt idx="0">
                        <c:v>1189</c:v>
                      </c:pt>
                      <c:pt idx="1">
                        <c:v>2695</c:v>
                      </c:pt>
                      <c:pt idx="2">
                        <c:v>3812</c:v>
                      </c:pt>
                      <c:pt idx="3">
                        <c:v>5409</c:v>
                      </c:pt>
                      <c:pt idx="4">
                        <c:v>6381</c:v>
                      </c:pt>
                      <c:pt idx="5">
                        <c:v>7130</c:v>
                      </c:pt>
                      <c:pt idx="6">
                        <c:v>8399</c:v>
                      </c:pt>
                      <c:pt idx="7">
                        <c:v>9755</c:v>
                      </c:pt>
                      <c:pt idx="8">
                        <c:v>11386</c:v>
                      </c:pt>
                      <c:pt idx="9">
                        <c:v>12115</c:v>
                      </c:pt>
                      <c:pt idx="10">
                        <c:v>13892</c:v>
                      </c:pt>
                      <c:pt idx="11">
                        <c:v>14255</c:v>
                      </c:pt>
                      <c:pt idx="12">
                        <c:v>15899</c:v>
                      </c:pt>
                      <c:pt idx="13">
                        <c:v>17219</c:v>
                      </c:pt>
                      <c:pt idx="14">
                        <c:v>18123</c:v>
                      </c:pt>
                      <c:pt idx="15">
                        <c:v>19975</c:v>
                      </c:pt>
                      <c:pt idx="16">
                        <c:v>20695</c:v>
                      </c:pt>
                      <c:pt idx="17">
                        <c:v>23094</c:v>
                      </c:pt>
                      <c:pt idx="18">
                        <c:v>23239</c:v>
                      </c:pt>
                      <c:pt idx="19">
                        <c:v>24243</c:v>
                      </c:pt>
                      <c:pt idx="20">
                        <c:v>25219</c:v>
                      </c:pt>
                      <c:pt idx="21">
                        <c:v>26387</c:v>
                      </c:pt>
                      <c:pt idx="22">
                        <c:v>27337</c:v>
                      </c:pt>
                      <c:pt idx="23">
                        <c:v>29249</c:v>
                      </c:pt>
                      <c:pt idx="24">
                        <c:v>30483</c:v>
                      </c:pt>
                      <c:pt idx="25">
                        <c:v>32131</c:v>
                      </c:pt>
                      <c:pt idx="26">
                        <c:v>33281</c:v>
                      </c:pt>
                      <c:pt idx="27">
                        <c:v>35151</c:v>
                      </c:pt>
                      <c:pt idx="28">
                        <c:v>36677</c:v>
                      </c:pt>
                      <c:pt idx="29">
                        <c:v>36254</c:v>
                      </c:pt>
                      <c:pt idx="30">
                        <c:v>38497</c:v>
                      </c:pt>
                      <c:pt idx="31">
                        <c:v>39739</c:v>
                      </c:pt>
                      <c:pt idx="32">
                        <c:v>40323</c:v>
                      </c:pt>
                      <c:pt idx="33">
                        <c:v>42103</c:v>
                      </c:pt>
                      <c:pt idx="34">
                        <c:v>42622</c:v>
                      </c:pt>
                      <c:pt idx="35">
                        <c:v>44526</c:v>
                      </c:pt>
                      <c:pt idx="36">
                        <c:v>45441</c:v>
                      </c:pt>
                      <c:pt idx="37">
                        <c:v>46552</c:v>
                      </c:pt>
                      <c:pt idx="38">
                        <c:v>47937</c:v>
                      </c:pt>
                      <c:pt idx="39">
                        <c:v>49350</c:v>
                      </c:pt>
                      <c:pt idx="40">
                        <c:v>50076</c:v>
                      </c:pt>
                      <c:pt idx="41">
                        <c:v>51138</c:v>
                      </c:pt>
                      <c:pt idx="42">
                        <c:v>54171</c:v>
                      </c:pt>
                      <c:pt idx="43">
                        <c:v>54384</c:v>
                      </c:pt>
                      <c:pt idx="44">
                        <c:v>54796</c:v>
                      </c:pt>
                      <c:pt idx="45">
                        <c:v>57240</c:v>
                      </c:pt>
                      <c:pt idx="46">
                        <c:v>58131</c:v>
                      </c:pt>
                      <c:pt idx="47">
                        <c:v>59606</c:v>
                      </c:pt>
                      <c:pt idx="48">
                        <c:v>59431</c:v>
                      </c:pt>
                      <c:pt idx="49">
                        <c:v>61572</c:v>
                      </c:pt>
                      <c:pt idx="50">
                        <c:v>62450</c:v>
                      </c:pt>
                      <c:pt idx="51">
                        <c:v>64510</c:v>
                      </c:pt>
                      <c:pt idx="52">
                        <c:v>65102</c:v>
                      </c:pt>
                      <c:pt idx="53">
                        <c:v>66901</c:v>
                      </c:pt>
                      <c:pt idx="54">
                        <c:v>68700</c:v>
                      </c:pt>
                      <c:pt idx="55">
                        <c:v>69512</c:v>
                      </c:pt>
                      <c:pt idx="56">
                        <c:v>69479</c:v>
                      </c:pt>
                      <c:pt idx="57">
                        <c:v>69992</c:v>
                      </c:pt>
                      <c:pt idx="58">
                        <c:v>72364</c:v>
                      </c:pt>
                      <c:pt idx="59">
                        <c:v>73183</c:v>
                      </c:pt>
                      <c:pt idx="60">
                        <c:v>75388</c:v>
                      </c:pt>
                      <c:pt idx="61">
                        <c:v>76537</c:v>
                      </c:pt>
                      <c:pt idx="62">
                        <c:v>77501</c:v>
                      </c:pt>
                      <c:pt idx="63">
                        <c:v>77591</c:v>
                      </c:pt>
                      <c:pt idx="64">
                        <c:v>80755</c:v>
                      </c:pt>
                      <c:pt idx="65">
                        <c:v>82719</c:v>
                      </c:pt>
                      <c:pt idx="66">
                        <c:v>83077</c:v>
                      </c:pt>
                      <c:pt idx="67">
                        <c:v>84700</c:v>
                      </c:pt>
                      <c:pt idx="68">
                        <c:v>86076</c:v>
                      </c:pt>
                      <c:pt idx="69">
                        <c:v>88104</c:v>
                      </c:pt>
                      <c:pt idx="70">
                        <c:v>88374</c:v>
                      </c:pt>
                      <c:pt idx="71">
                        <c:v>89345</c:v>
                      </c:pt>
                      <c:pt idx="72">
                        <c:v>90275</c:v>
                      </c:pt>
                      <c:pt idx="73">
                        <c:v>92073</c:v>
                      </c:pt>
                      <c:pt idx="74">
                        <c:v>90845</c:v>
                      </c:pt>
                      <c:pt idx="75">
                        <c:v>94080</c:v>
                      </c:pt>
                      <c:pt idx="76">
                        <c:v>95018</c:v>
                      </c:pt>
                      <c:pt idx="77">
                        <c:v>96331</c:v>
                      </c:pt>
                      <c:pt idx="78">
                        <c:v>96909</c:v>
                      </c:pt>
                      <c:pt idx="79">
                        <c:v>98587</c:v>
                      </c:pt>
                      <c:pt idx="80">
                        <c:v>99567</c:v>
                      </c:pt>
                      <c:pt idx="81">
                        <c:v>100449</c:v>
                      </c:pt>
                      <c:pt idx="82">
                        <c:v>101135</c:v>
                      </c:pt>
                      <c:pt idx="83">
                        <c:v>103910</c:v>
                      </c:pt>
                      <c:pt idx="84">
                        <c:v>102492</c:v>
                      </c:pt>
                      <c:pt idx="85">
                        <c:v>105392</c:v>
                      </c:pt>
                      <c:pt idx="86">
                        <c:v>108123</c:v>
                      </c:pt>
                      <c:pt idx="87">
                        <c:v>109392</c:v>
                      </c:pt>
                      <c:pt idx="88">
                        <c:v>109353</c:v>
                      </c:pt>
                      <c:pt idx="89">
                        <c:v>112671</c:v>
                      </c:pt>
                      <c:pt idx="90">
                        <c:v>112403</c:v>
                      </c:pt>
                      <c:pt idx="91">
                        <c:v>115934</c:v>
                      </c:pt>
                      <c:pt idx="92">
                        <c:v>115056</c:v>
                      </c:pt>
                      <c:pt idx="93">
                        <c:v>115561</c:v>
                      </c:pt>
                      <c:pt idx="94">
                        <c:v>117463</c:v>
                      </c:pt>
                      <c:pt idx="95">
                        <c:v>120110</c:v>
                      </c:pt>
                      <c:pt idx="96">
                        <c:v>120584</c:v>
                      </c:pt>
                      <c:pt idx="97">
                        <c:v>119995</c:v>
                      </c:pt>
                      <c:pt idx="98">
                        <c:v>122807</c:v>
                      </c:pt>
                      <c:pt idx="99">
                        <c:v>122321</c:v>
                      </c:pt>
                    </c:numCache>
                  </c:numRef>
                </c:yVal>
                <c:smooth val="1"/>
                <c:extLst>
                  <c:ext xmlns:c16="http://schemas.microsoft.com/office/drawing/2014/chart" uri="{C3380CC4-5D6E-409C-BE32-E72D297353CC}">
                    <c16:uniqueId val="{00000003-F7BD-4BED-B13F-B59061FF821D}"/>
                  </c:ext>
                </c:extLst>
              </c15:ser>
            </c15:filteredScatterSeries>
          </c:ext>
        </c:extLst>
      </c:scatterChart>
      <c:valAx>
        <c:axId val="858552207"/>
        <c:scaling>
          <c:orientation val="minMax"/>
          <c:max val="100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58527247"/>
        <c:crosses val="autoZero"/>
        <c:crossBetween val="midCat"/>
        <c:majorUnit val="1000"/>
      </c:valAx>
      <c:valAx>
        <c:axId val="858527247"/>
        <c:scaling>
          <c:orientation val="minMax"/>
          <c:max val="5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58552207"/>
        <c:crosses val="autoZero"/>
        <c:crossBetween val="midCat"/>
        <c:majorUnit val="500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8451640419947503"/>
          <c:y val="3.7615193934091531E-2"/>
          <c:w val="0.19763385826771654"/>
          <c:h val="7.812554680664916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x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Лист1!$A$25:$A$36</c:f>
              <c:numCache>
                <c:formatCode>General</c:formatCode>
                <c:ptCount val="12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  <c:pt idx="4">
                  <c:v>400</c:v>
                </c:pt>
                <c:pt idx="5">
                  <c:v>500</c:v>
                </c:pt>
                <c:pt idx="6">
                  <c:v>600</c:v>
                </c:pt>
                <c:pt idx="7">
                  <c:v>700</c:v>
                </c:pt>
                <c:pt idx="8">
                  <c:v>800</c:v>
                </c:pt>
                <c:pt idx="9">
                  <c:v>900</c:v>
                </c:pt>
                <c:pt idx="10">
                  <c:v>1000</c:v>
                </c:pt>
                <c:pt idx="11">
                  <c:v>10000</c:v>
                </c:pt>
              </c:numCache>
            </c:numRef>
          </c:xVal>
          <c:yVal>
            <c:numRef>
              <c:f>Лист1!$B$25:$B$36</c:f>
              <c:numCache>
                <c:formatCode>General</c:formatCode>
                <c:ptCount val="12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  <c:pt idx="4">
                  <c:v>400</c:v>
                </c:pt>
                <c:pt idx="5">
                  <c:v>500</c:v>
                </c:pt>
                <c:pt idx="6">
                  <c:v>600</c:v>
                </c:pt>
                <c:pt idx="7">
                  <c:v>700</c:v>
                </c:pt>
                <c:pt idx="8">
                  <c:v>800</c:v>
                </c:pt>
                <c:pt idx="9">
                  <c:v>900</c:v>
                </c:pt>
                <c:pt idx="10">
                  <c:v>1000</c:v>
                </c:pt>
                <c:pt idx="11">
                  <c:v>10000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FE7F-4D7C-B41F-786E047E27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52626735"/>
        <c:axId val="690106959"/>
      </c:scatterChart>
      <c:valAx>
        <c:axId val="852626735"/>
        <c:scaling>
          <c:orientation val="minMax"/>
          <c:max val="100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90106959"/>
        <c:crosses val="autoZero"/>
        <c:crossBetween val="midCat"/>
      </c:valAx>
      <c:valAx>
        <c:axId val="690106959"/>
        <c:scaling>
          <c:orientation val="minMax"/>
          <c:max val="1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5262673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>
        <a:solidFill>
          <a:schemeClr val="tx1">
            <a:lumMod val="15000"/>
            <a:lumOff val="85000"/>
          </a:schemeClr>
        </a:solidFill>
      </a:ln>
    </cs:spPr>
    <cs:defRPr sz="900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>
            <a:alpha val="60000"/>
          </a:schemeClr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38100">
        <a:solidFill>
          <a:schemeClr val="phClr">
            <a:alpha val="60000"/>
          </a:schemeClr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>
        <a:solidFill>
          <a:schemeClr val="tx1">
            <a:lumMod val="15000"/>
            <a:lumOff val="85000"/>
          </a:schemeClr>
        </a:solidFill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1600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>
        <a:solidFill>
          <a:schemeClr val="tx1">
            <a:lumMod val="25000"/>
            <a:lumOff val="75000"/>
          </a:schemeClr>
        </a:solidFill>
      </a:ln>
    </cs:spPr>
    <cs:defRPr sz="900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C24B0F7-C30C-415F-A326-7645160ABE3D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C350E1C-3855-4554-9870-5D464E1CD647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0979888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4B0F7-C30C-415F-A326-7645160ABE3D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50E1C-3855-4554-9870-5D464E1CD6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6803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C24B0F7-C30C-415F-A326-7645160ABE3D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C350E1C-3855-4554-9870-5D464E1CD647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40979015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4B0F7-C30C-415F-A326-7645160ABE3D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50E1C-3855-4554-9870-5D464E1CD6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0107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4B0F7-C30C-415F-A326-7645160ABE3D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50E1C-3855-4554-9870-5D464E1CD6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4296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4B0F7-C30C-415F-A326-7645160ABE3D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50E1C-3855-4554-9870-5D464E1CD6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6087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4B0F7-C30C-415F-A326-7645160ABE3D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50E1C-3855-4554-9870-5D464E1CD6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503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C24B0F7-C30C-415F-A326-7645160ABE3D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C350E1C-3855-4554-9870-5D464E1CD647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86422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C24B0F7-C30C-415F-A326-7645160ABE3D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C350E1C-3855-4554-9870-5D464E1CD647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09306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4B0F7-C30C-415F-A326-7645160ABE3D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50E1C-3855-4554-9870-5D464E1CD6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828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4B0F7-C30C-415F-A326-7645160ABE3D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50E1C-3855-4554-9870-5D464E1CD6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4164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C24B0F7-C30C-415F-A326-7645160ABE3D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DC350E1C-3855-4554-9870-5D464E1CD647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80151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alinkies/PrimsAlgorithm.gi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08677E-25AE-459C-9698-A883D03204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21.	Построение минимального </a:t>
            </a:r>
            <a:r>
              <a:rPr lang="ru-RU" sz="4000" dirty="0" err="1"/>
              <a:t>остовного</a:t>
            </a:r>
            <a:r>
              <a:rPr lang="ru-RU" sz="4000" dirty="0"/>
              <a:t> дерева. Алгоритм Прима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E3868F1-00BC-4758-8352-AC6B5AD71F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/>
              <a:t>Файзуллина М.Н. 11-501</a:t>
            </a:r>
          </a:p>
        </p:txBody>
      </p:sp>
    </p:spTree>
    <p:extLst>
      <p:ext uri="{BB962C8B-B14F-4D97-AF65-F5344CB8AC3E}">
        <p14:creationId xmlns:p14="http://schemas.microsoft.com/office/powerpoint/2010/main" val="350006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BF24E1-1A9D-457C-9ECE-2920F68AF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Историческая справка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DEFF2B-9B4F-45C6-8F8B-073BFA1E0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Алгоритм впервые был открыт в 1930 году чешским математиком Войцехом </a:t>
            </a:r>
            <a:r>
              <a:rPr lang="ru-RU" dirty="0" err="1"/>
              <a:t>Ярником</a:t>
            </a:r>
            <a:r>
              <a:rPr lang="ru-RU" dirty="0"/>
              <a:t>. Позже алгоритм был </a:t>
            </a:r>
            <a:r>
              <a:rPr lang="ru-RU" dirty="0" err="1"/>
              <a:t>переоткрыт</a:t>
            </a:r>
            <a:r>
              <a:rPr lang="ru-RU" dirty="0"/>
              <a:t>:</a:t>
            </a:r>
          </a:p>
          <a:p>
            <a:pPr marL="0" indent="0">
              <a:buNone/>
            </a:pPr>
            <a:r>
              <a:rPr lang="ru-RU" dirty="0"/>
              <a:t>Робертом </a:t>
            </a:r>
            <a:r>
              <a:rPr lang="ru-RU" dirty="0" err="1"/>
              <a:t>Примом</a:t>
            </a:r>
            <a:r>
              <a:rPr lang="ru-RU" dirty="0"/>
              <a:t> — в 1957 году.</a:t>
            </a:r>
          </a:p>
          <a:p>
            <a:pPr marL="0" indent="0">
              <a:buNone/>
            </a:pPr>
            <a:r>
              <a:rPr lang="ru-RU" dirty="0" err="1"/>
              <a:t>Эдсгером</a:t>
            </a:r>
            <a:r>
              <a:rPr lang="ru-RU" dirty="0"/>
              <a:t> </a:t>
            </a:r>
            <a:r>
              <a:rPr lang="ru-RU" dirty="0" err="1"/>
              <a:t>Дейкстрой</a:t>
            </a:r>
            <a:r>
              <a:rPr lang="ru-RU" dirty="0"/>
              <a:t> — независимо от Прима, в 1959 году.</a:t>
            </a:r>
          </a:p>
          <a:p>
            <a:pPr marL="0" indent="0">
              <a:buNone/>
            </a:pPr>
            <a:r>
              <a:rPr lang="ru-RU" dirty="0"/>
              <a:t>Поэтому алгоритм также иногда называют алгоритмом </a:t>
            </a:r>
            <a:r>
              <a:rPr lang="ru-RU" dirty="0" err="1"/>
              <a:t>Ярника</a:t>
            </a:r>
            <a:r>
              <a:rPr lang="ru-RU" dirty="0"/>
              <a:t>, алгоритмом Прим–</a:t>
            </a:r>
            <a:r>
              <a:rPr lang="ru-RU" dirty="0" err="1"/>
              <a:t>Ярника</a:t>
            </a:r>
            <a:r>
              <a:rPr lang="ru-RU" dirty="0"/>
              <a:t>, алгоритмом Прим–</a:t>
            </a:r>
            <a:r>
              <a:rPr lang="ru-RU" dirty="0" err="1"/>
              <a:t>Дейкстры</a:t>
            </a:r>
            <a:r>
              <a:rPr lang="ru-RU" dirty="0"/>
              <a:t> или алгоритмом </a:t>
            </a:r>
            <a:r>
              <a:rPr lang="en-US" dirty="0"/>
              <a:t>DJP.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22939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388892-5102-40A4-BDE1-49A00FDC6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7799" cy="1325563"/>
          </a:xfrm>
        </p:spPr>
        <p:txBody>
          <a:bodyPr>
            <a:normAutofit/>
          </a:bodyPr>
          <a:lstStyle/>
          <a:p>
            <a:r>
              <a:rPr lang="ru-RU" dirty="0"/>
              <a:t>Принцип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0384BC-4B53-4B01-8B7D-6FDD0A03F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61329" cy="4351338"/>
          </a:xfrm>
        </p:spPr>
        <p:txBody>
          <a:bodyPr>
            <a:normAutofit/>
          </a:bodyPr>
          <a:lstStyle/>
          <a:p>
            <a:pPr algn="l">
              <a:buFont typeface="+mj-lt"/>
              <a:buAutoNum type="arabicPeriod"/>
            </a:pPr>
            <a:r>
              <a:rPr lang="ru-RU" sz="20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Выберите </a:t>
            </a:r>
            <a:r>
              <a:rPr lang="ru-RU" sz="20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произвольную</a:t>
            </a:r>
            <a:r>
              <a:rPr lang="ru-RU" sz="20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вершину графа.</a:t>
            </a:r>
          </a:p>
          <a:p>
            <a:pPr algn="l">
              <a:buFont typeface="+mj-lt"/>
              <a:buAutoNum type="arabicPeriod"/>
            </a:pPr>
            <a:r>
              <a:rPr lang="ru-RU" sz="20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Расширяйте дерево по одному ребру за раз: среди ребер, соединяющих дерево с вершинами, которых</a:t>
            </a:r>
            <a:r>
              <a:rPr lang="ru-RU" sz="20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еще нет </a:t>
            </a:r>
            <a:r>
              <a:rPr lang="ru-RU" sz="20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в дереве, найдите ребро с </a:t>
            </a:r>
            <a:r>
              <a:rPr lang="ru-RU" sz="20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наименьшим</a:t>
            </a:r>
            <a:r>
              <a:rPr lang="ru-RU" sz="20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весом и добавьте его в дерево.</a:t>
            </a:r>
          </a:p>
          <a:p>
            <a:pPr algn="l">
              <a:buFont typeface="+mj-lt"/>
              <a:buAutoNum type="arabicPeriod"/>
            </a:pPr>
            <a:r>
              <a:rPr lang="ru-RU" sz="20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Повторите шаг 2 (до тех пор, пока </a:t>
            </a:r>
            <a:r>
              <a:rPr lang="ru-RU" sz="20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все вершины </a:t>
            </a:r>
            <a:r>
              <a:rPr lang="ru-RU" sz="20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не будут включены в дерево).</a:t>
            </a:r>
          </a:p>
          <a:p>
            <a:endParaRPr lang="ru-RU" sz="2000" dirty="0"/>
          </a:p>
        </p:txBody>
      </p:sp>
      <p:pic>
        <p:nvPicPr>
          <p:cNvPr id="2050" name="Picture 2" descr="неопределенный">
            <a:extLst>
              <a:ext uri="{FF2B5EF4-FFF2-40B4-BE49-F238E27FC236}">
                <a16:creationId xmlns:a16="http://schemas.microsoft.com/office/drawing/2014/main" id="{645D8E7A-87A7-46B2-8FD3-2FC5FD2983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75399"/>
          <a:stretch/>
        </p:blipFill>
        <p:spPr bwMode="auto">
          <a:xfrm>
            <a:off x="6237408" y="1067295"/>
            <a:ext cx="2110563" cy="1932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6B098D7-B203-4BE5-9CAE-F284A3B30B0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9515"/>
          <a:stretch/>
        </p:blipFill>
        <p:spPr>
          <a:xfrm>
            <a:off x="9049531" y="3901203"/>
            <a:ext cx="2290340" cy="192889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87B4096-7631-43DC-9488-E17AFA9087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9420" y="1027906"/>
            <a:ext cx="2110563" cy="197159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0CC805B-BBD3-4A58-8B17-FE0CBBF02B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919920"/>
            <a:ext cx="2422866" cy="1891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421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53CD05-BB35-43AA-BB0F-C2312B98D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779624" cy="923365"/>
          </a:xfrm>
        </p:spPr>
        <p:txBody>
          <a:bodyPr anchor="ctr">
            <a:normAutofit/>
          </a:bodyPr>
          <a:lstStyle/>
          <a:p>
            <a:pPr algn="ctr"/>
            <a:r>
              <a:rPr lang="ru-RU" dirty="0"/>
              <a:t>Временная сложность </a:t>
            </a:r>
            <a:r>
              <a:rPr lang="en-US" dirty="0"/>
              <a:t>O(V) = </a:t>
            </a:r>
            <a:r>
              <a:rPr lang="en-US" dirty="0" err="1"/>
              <a:t>VlogV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8D345E-4743-4E74-9364-30F3603D6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5337" y="1004048"/>
            <a:ext cx="6436663" cy="585395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000" b="1" dirty="0"/>
              <a:t>Доказательство</a:t>
            </a:r>
            <a:r>
              <a:rPr lang="ru-RU" sz="2000" dirty="0"/>
              <a:t> (набросок): </a:t>
            </a:r>
          </a:p>
          <a:p>
            <a:pPr marL="0" indent="0">
              <a:buNone/>
            </a:pPr>
            <a:r>
              <a:rPr lang="ru-RU" sz="2000" dirty="0"/>
              <a:t>Е – кол-во ребер </a:t>
            </a:r>
            <a:r>
              <a:rPr lang="en-US" sz="2000" dirty="0"/>
              <a:t>&lt;= V</a:t>
            </a:r>
            <a:r>
              <a:rPr lang="ru-RU" sz="2000" dirty="0"/>
              <a:t> – кол-во вершин</a:t>
            </a:r>
          </a:p>
          <a:p>
            <a:pPr marL="0" indent="0">
              <a:buNone/>
            </a:pPr>
            <a:r>
              <a:rPr lang="en-US" sz="2000" dirty="0" err="1"/>
              <a:t>PriorityQueue</a:t>
            </a:r>
            <a:r>
              <a:rPr lang="en-US" sz="2000" dirty="0"/>
              <a:t> (</a:t>
            </a:r>
            <a:r>
              <a:rPr lang="ru-RU" sz="2000" b="1" dirty="0"/>
              <a:t>бинарная куча</a:t>
            </a:r>
            <a:r>
              <a:rPr lang="ru-RU" sz="2000" dirty="0"/>
              <a:t>) - операции добавления/извлечения: </a:t>
            </a:r>
            <a:r>
              <a:rPr lang="en-US" sz="2000" dirty="0"/>
              <a:t>O(log E)</a:t>
            </a:r>
          </a:p>
          <a:p>
            <a:pPr marL="0" indent="0">
              <a:buNone/>
            </a:pPr>
            <a:r>
              <a:rPr lang="en-US" sz="2000" dirty="0" err="1"/>
              <a:t>boolean</a:t>
            </a:r>
            <a:r>
              <a:rPr lang="en-US" sz="2000" dirty="0"/>
              <a:t>[] visited - </a:t>
            </a:r>
            <a:r>
              <a:rPr lang="ru-RU" sz="2000" dirty="0"/>
              <a:t>проверка/установка: </a:t>
            </a:r>
            <a:r>
              <a:rPr lang="en-US" sz="2000" dirty="0"/>
              <a:t>O(1)</a:t>
            </a:r>
          </a:p>
          <a:p>
            <a:pPr marL="0" indent="0">
              <a:buNone/>
            </a:pPr>
            <a:r>
              <a:rPr lang="en-US" sz="2000" dirty="0"/>
              <a:t>List&lt;List&lt;Edge&gt;&gt; (</a:t>
            </a:r>
            <a:r>
              <a:rPr lang="ru-RU" sz="2000" b="1" dirty="0"/>
              <a:t>матрица смежности</a:t>
            </a:r>
            <a:r>
              <a:rPr lang="ru-RU" sz="2000" dirty="0"/>
              <a:t>) - обход соседей: </a:t>
            </a:r>
            <a:r>
              <a:rPr lang="en-US" sz="2000" dirty="0"/>
              <a:t>O(</a:t>
            </a:r>
            <a:r>
              <a:rPr lang="ru-RU" sz="2000" dirty="0"/>
              <a:t>степень вершины)</a:t>
            </a:r>
          </a:p>
          <a:p>
            <a:pPr marL="0" indent="0">
              <a:buNone/>
            </a:pPr>
            <a:r>
              <a:rPr lang="ru-RU" sz="2000" b="1" dirty="0"/>
              <a:t>2. Анализ операций:</a:t>
            </a:r>
          </a:p>
          <a:p>
            <a:pPr marL="0" indent="0">
              <a:buNone/>
            </a:pPr>
            <a:r>
              <a:rPr lang="en-US" sz="2000" dirty="0"/>
              <a:t>O(E) = O(V) + O(E</a:t>
            </a:r>
            <a:r>
              <a:rPr lang="ru-RU" sz="2000" dirty="0"/>
              <a:t> </a:t>
            </a:r>
            <a:r>
              <a:rPr lang="en-US" sz="2000" dirty="0"/>
              <a:t>log E) + O(E</a:t>
            </a:r>
            <a:r>
              <a:rPr lang="ru-RU" sz="2000" dirty="0"/>
              <a:t> </a:t>
            </a:r>
            <a:r>
              <a:rPr lang="en-US" sz="2000" dirty="0"/>
              <a:t>log E) + O(E) = </a:t>
            </a:r>
            <a:r>
              <a:rPr lang="en-US" sz="2000" b="1" dirty="0"/>
              <a:t>O(E</a:t>
            </a:r>
            <a:r>
              <a:rPr lang="ru-RU" sz="2000" b="1" dirty="0"/>
              <a:t> </a:t>
            </a:r>
            <a:r>
              <a:rPr lang="en-US" sz="2000" b="1" dirty="0"/>
              <a:t>log E)</a:t>
            </a: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r>
              <a:rPr lang="ru-RU" sz="2000" dirty="0"/>
              <a:t>Так как в простом графе </a:t>
            </a:r>
            <a:r>
              <a:rPr lang="en-US" sz="2000" dirty="0"/>
              <a:t>E &lt; V², </a:t>
            </a:r>
            <a:r>
              <a:rPr lang="ru-RU" sz="2000" dirty="0"/>
              <a:t>то: </a:t>
            </a:r>
            <a:r>
              <a:rPr lang="en-US" sz="2000" dirty="0"/>
              <a:t>log E &lt; log(V²) = 2·log V</a:t>
            </a:r>
          </a:p>
          <a:p>
            <a:pPr marL="0" indent="0">
              <a:buNone/>
            </a:pPr>
            <a:r>
              <a:rPr lang="ru-RU" sz="2000" dirty="0"/>
              <a:t>Поэтому: </a:t>
            </a:r>
            <a:r>
              <a:rPr lang="en-US" sz="2000" dirty="0"/>
              <a:t>O(E log E) = O(E log V)</a:t>
            </a:r>
          </a:p>
          <a:p>
            <a:pPr marL="0" indent="0">
              <a:buNone/>
            </a:pPr>
            <a:r>
              <a:rPr lang="en-US" sz="2000" dirty="0"/>
              <a:t>E = </a:t>
            </a:r>
            <a:r>
              <a:rPr lang="ru-RU" sz="2000" dirty="0"/>
              <a:t>с*</a:t>
            </a:r>
            <a:r>
              <a:rPr lang="en-US" sz="2000" dirty="0"/>
              <a:t>V</a:t>
            </a:r>
            <a:r>
              <a:rPr lang="ru-RU" sz="2000" dirty="0"/>
              <a:t>, (с - </a:t>
            </a:r>
            <a:r>
              <a:rPr lang="en-US" sz="2000" dirty="0"/>
              <a:t>const):</a:t>
            </a:r>
          </a:p>
          <a:p>
            <a:pPr marL="0" indent="0">
              <a:buNone/>
            </a:pPr>
            <a:r>
              <a:rPr lang="en-US" sz="2000" dirty="0"/>
              <a:t>O(E log V) = O(</a:t>
            </a:r>
            <a:r>
              <a:rPr lang="ru-RU" sz="2000" dirty="0"/>
              <a:t>с*</a:t>
            </a:r>
            <a:r>
              <a:rPr lang="en-US" sz="2000" dirty="0"/>
              <a:t>V · log V) = O(V log V)</a:t>
            </a:r>
          </a:p>
        </p:txBody>
      </p:sp>
      <p:graphicFrame>
        <p:nvGraphicFramePr>
          <p:cNvPr id="4" name="Таблица 10">
            <a:extLst>
              <a:ext uri="{FF2B5EF4-FFF2-40B4-BE49-F238E27FC236}">
                <a16:creationId xmlns:a16="http://schemas.microsoft.com/office/drawing/2014/main" id="{243D70DA-8C5F-42B5-97F8-FC9B1E2098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5954376"/>
              </p:ext>
            </p:extLst>
          </p:nvPr>
        </p:nvGraphicFramePr>
        <p:xfrm>
          <a:off x="161366" y="1654993"/>
          <a:ext cx="5432611" cy="4139683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117594">
                  <a:extLst>
                    <a:ext uri="{9D8B030D-6E8A-4147-A177-3AD203B41FA5}">
                      <a16:colId xmlns:a16="http://schemas.microsoft.com/office/drawing/2014/main" val="3853787819"/>
                    </a:ext>
                  </a:extLst>
                </a:gridCol>
                <a:gridCol w="1137577">
                  <a:extLst>
                    <a:ext uri="{9D8B030D-6E8A-4147-A177-3AD203B41FA5}">
                      <a16:colId xmlns:a16="http://schemas.microsoft.com/office/drawing/2014/main" val="319069690"/>
                    </a:ext>
                  </a:extLst>
                </a:gridCol>
                <a:gridCol w="1173075">
                  <a:extLst>
                    <a:ext uri="{9D8B030D-6E8A-4147-A177-3AD203B41FA5}">
                      <a16:colId xmlns:a16="http://schemas.microsoft.com/office/drawing/2014/main" val="3783521288"/>
                    </a:ext>
                  </a:extLst>
                </a:gridCol>
                <a:gridCol w="1004365">
                  <a:extLst>
                    <a:ext uri="{9D8B030D-6E8A-4147-A177-3AD203B41FA5}">
                      <a16:colId xmlns:a16="http://schemas.microsoft.com/office/drawing/2014/main" val="1595587826"/>
                    </a:ext>
                  </a:extLst>
                </a:gridCol>
              </a:tblGrid>
              <a:tr h="694401">
                <a:tc>
                  <a:txBody>
                    <a:bodyPr/>
                    <a:lstStyle/>
                    <a:p>
                      <a:pPr indent="457200" algn="l">
                        <a:lnSpc>
                          <a:spcPct val="100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ea typeface="Tahoma" panose="020B0604030504040204" pitchFamily="34" charset="0"/>
                          <a:cs typeface="Noto Sans" panose="020B0502040504020204" pitchFamily="34" charset="0"/>
                        </a:rPr>
                        <a:t>Операция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ea typeface="Tahoma" panose="020B0604030504040204" pitchFamily="34" charset="0"/>
                          <a:cs typeface="Noto Sans" panose="020B0502040504020204" pitchFamily="34" charset="0"/>
                        </a:rPr>
                        <a:t>Сколько раз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ea typeface="Tahoma" panose="020B0604030504040204" pitchFamily="34" charset="0"/>
                          <a:cs typeface="Noto Sans" panose="020B0502040504020204" pitchFamily="34" charset="0"/>
                        </a:rPr>
                        <a:t>Стоимость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ea typeface="Tahoma" panose="020B0604030504040204" pitchFamily="34" charset="0"/>
                          <a:cs typeface="Noto Sans" panose="020B0502040504020204" pitchFamily="34" charset="0"/>
                        </a:rPr>
                        <a:t>Итого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0989238"/>
                  </a:ext>
                </a:extLst>
              </a:tr>
              <a:tr h="66447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ru-RU" sz="1600" dirty="0">
                          <a:effectLst/>
                        </a:rPr>
                        <a:t>Инициализация (создание массивов)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ru-RU" sz="1600" dirty="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600" dirty="0">
                          <a:effectLst/>
                        </a:rPr>
                        <a:t>O(V)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600" b="1" dirty="0">
                          <a:effectLst/>
                        </a:rPr>
                        <a:t>O(V)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633305"/>
                  </a:ext>
                </a:extLst>
              </a:tr>
              <a:tr h="88180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ru-RU" sz="1600" dirty="0">
                          <a:effectLst/>
                        </a:rPr>
                        <a:t>Добавление начальных рёбер в PQ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600">
                          <a:effectLst/>
                        </a:rPr>
                        <a:t>deg(0)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600">
                          <a:effectLst/>
                        </a:rPr>
                        <a:t>O(log 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600" b="1" dirty="0">
                          <a:effectLst/>
                        </a:rPr>
                        <a:t>O(log E)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6168146"/>
                  </a:ext>
                </a:extLst>
              </a:tr>
              <a:tr h="66447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ru-RU" sz="1600" dirty="0">
                          <a:effectLst/>
                        </a:rPr>
                        <a:t>Извлечение минимума из </a:t>
                      </a:r>
                      <a:r>
                        <a:rPr lang="en-US" sz="1600" dirty="0">
                          <a:effectLst/>
                        </a:rPr>
                        <a:t>PQ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600" dirty="0">
                          <a:effectLst/>
                        </a:rPr>
                        <a:t>≤ E </a:t>
                      </a:r>
                      <a:r>
                        <a:rPr lang="ru-RU" sz="1600" dirty="0">
                          <a:effectLst/>
                        </a:rPr>
                        <a:t>раз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600">
                          <a:effectLst/>
                        </a:rPr>
                        <a:t>O(log 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600" b="1" dirty="0">
                          <a:effectLst/>
                        </a:rPr>
                        <a:t>O(E log E)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5747649"/>
                  </a:ext>
                </a:extLst>
              </a:tr>
              <a:tr h="61726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ru-RU" sz="1600" dirty="0">
                          <a:effectLst/>
                        </a:rPr>
                        <a:t>Добавление ребра в </a:t>
                      </a:r>
                      <a:r>
                        <a:rPr lang="en-US" sz="1600" dirty="0">
                          <a:effectLst/>
                        </a:rPr>
                        <a:t>PQ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600" dirty="0">
                          <a:effectLst/>
                        </a:rPr>
                        <a:t>≤ </a:t>
                      </a:r>
                      <a:r>
                        <a:rPr lang="ru-RU" sz="1600" dirty="0">
                          <a:effectLst/>
                        </a:rPr>
                        <a:t>с*</a:t>
                      </a:r>
                      <a:r>
                        <a:rPr lang="en-US" sz="1600" dirty="0">
                          <a:effectLst/>
                        </a:rPr>
                        <a:t>E </a:t>
                      </a:r>
                      <a:r>
                        <a:rPr lang="ru-RU" sz="1600" dirty="0">
                          <a:effectLst/>
                        </a:rPr>
                        <a:t>раз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600" dirty="0">
                          <a:effectLst/>
                        </a:rPr>
                        <a:t>O(log 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600" b="1" dirty="0">
                          <a:effectLst/>
                        </a:rPr>
                        <a:t>O(E log E)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155610"/>
                  </a:ext>
                </a:extLst>
              </a:tr>
              <a:tr h="61726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ru-RU" sz="1600" dirty="0">
                          <a:effectLst/>
                        </a:rPr>
                        <a:t>Проверка </a:t>
                      </a:r>
                      <a:r>
                        <a:rPr lang="en-US" sz="1600" dirty="0">
                          <a:effectLst/>
                        </a:rPr>
                        <a:t>visited[v]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600">
                          <a:effectLst/>
                        </a:rPr>
                        <a:t>≤ E </a:t>
                      </a:r>
                      <a:r>
                        <a:rPr lang="ru-RU" sz="1600">
                          <a:effectLst/>
                        </a:rPr>
                        <a:t>раз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600">
                          <a:effectLst/>
                        </a:rPr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600" b="1" dirty="0">
                          <a:effectLst/>
                        </a:rPr>
                        <a:t>O(E)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0114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1836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9EA084-1901-4AA7-A185-FA1ADBB14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Входные данные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30BB98-8950-4878-96AD-4F3988687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sz="2000" dirty="0"/>
              <a:t>100 наборов данных</a:t>
            </a:r>
          </a:p>
          <a:p>
            <a:r>
              <a:rPr lang="ru-RU" sz="2000" dirty="0"/>
              <a:t>Взвешенные неориентированные связные графы (кол-во вершин от 100 до 10 000)</a:t>
            </a:r>
          </a:p>
          <a:p>
            <a:r>
              <a:rPr lang="ru-RU" sz="2000" dirty="0"/>
              <a:t> Графы разреженные (E = 5V)</a:t>
            </a:r>
          </a:p>
          <a:p>
            <a:r>
              <a:rPr lang="ru-RU" sz="2000" dirty="0"/>
              <a:t>Веса рёбер - случайные целые числа от 1 до 100</a:t>
            </a:r>
          </a:p>
          <a:p>
            <a:r>
              <a:rPr lang="ru-RU" sz="2000" dirty="0"/>
              <a:t>Связность гарантирована</a:t>
            </a:r>
          </a:p>
          <a:p>
            <a:endParaRPr lang="ru-RU" sz="2000" dirty="0"/>
          </a:p>
          <a:p>
            <a:r>
              <a:rPr lang="ru-RU" sz="2000" dirty="0"/>
              <a:t>Формат файлов:</a:t>
            </a:r>
          </a:p>
          <a:p>
            <a:pPr marL="0" indent="0">
              <a:buNone/>
            </a:pPr>
            <a:r>
              <a:rPr lang="ru-RU" sz="2000" dirty="0"/>
              <a:t>&lt;</a:t>
            </a:r>
            <a:r>
              <a:rPr lang="ru-RU" sz="2000" dirty="0" err="1"/>
              <a:t>количество_вершин</a:t>
            </a:r>
            <a:r>
              <a:rPr lang="ru-RU" sz="2000" dirty="0"/>
              <a:t>&gt; &lt;</a:t>
            </a:r>
            <a:r>
              <a:rPr lang="ru-RU" sz="2000" dirty="0" err="1"/>
              <a:t>количество_рёбер</a:t>
            </a:r>
            <a:r>
              <a:rPr lang="ru-RU" sz="2000" dirty="0"/>
              <a:t>&gt;</a:t>
            </a:r>
          </a:p>
          <a:p>
            <a:pPr marL="0" indent="0">
              <a:buNone/>
            </a:pPr>
            <a:r>
              <a:rPr lang="ru-RU" sz="2000" dirty="0"/>
              <a:t>&lt;</a:t>
            </a:r>
            <a:r>
              <a:rPr lang="ru-RU" sz="2000" dirty="0" err="1"/>
              <a:t>вершина_u</a:t>
            </a:r>
            <a:r>
              <a:rPr lang="ru-RU" sz="2000" dirty="0"/>
              <a:t>&gt; &lt;</a:t>
            </a:r>
            <a:r>
              <a:rPr lang="ru-RU" sz="2000" dirty="0" err="1"/>
              <a:t>вершина_v</a:t>
            </a:r>
            <a:r>
              <a:rPr lang="ru-RU" sz="2000" dirty="0"/>
              <a:t>&gt; &lt;вес&gt;</a:t>
            </a:r>
          </a:p>
          <a:p>
            <a:pPr marL="0" indent="0">
              <a:buNone/>
            </a:pPr>
            <a:r>
              <a:rPr lang="ru-RU" sz="2000" dirty="0"/>
              <a:t>...</a:t>
            </a: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045882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Диаграмма 10">
            <a:extLst>
              <a:ext uri="{FF2B5EF4-FFF2-40B4-BE49-F238E27FC236}">
                <a16:creationId xmlns:a16="http://schemas.microsoft.com/office/drawing/2014/main" id="{24B1D547-B883-49E0-95FC-4AB7FF2063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61322947"/>
              </p:ext>
            </p:extLst>
          </p:nvPr>
        </p:nvGraphicFramePr>
        <p:xfrm>
          <a:off x="6255349" y="174812"/>
          <a:ext cx="5444042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Диаграмма 12">
            <a:extLst>
              <a:ext uri="{FF2B5EF4-FFF2-40B4-BE49-F238E27FC236}">
                <a16:creationId xmlns:a16="http://schemas.microsoft.com/office/drawing/2014/main" id="{5754EEC9-FE82-4A6E-9149-CA254BB841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0927315"/>
              </p:ext>
            </p:extLst>
          </p:nvPr>
        </p:nvGraphicFramePr>
        <p:xfrm>
          <a:off x="811307" y="174812"/>
          <a:ext cx="5444042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1" name="Таблица 20">
            <a:extLst>
              <a:ext uri="{FF2B5EF4-FFF2-40B4-BE49-F238E27FC236}">
                <a16:creationId xmlns:a16="http://schemas.microsoft.com/office/drawing/2014/main" id="{F49DCAB8-9426-4942-924E-3BC04ABE9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7528513"/>
              </p:ext>
            </p:extLst>
          </p:nvPr>
        </p:nvGraphicFramePr>
        <p:xfrm>
          <a:off x="891990" y="3731559"/>
          <a:ext cx="10807401" cy="1227079"/>
        </p:xfrm>
        <a:graphic>
          <a:graphicData uri="http://schemas.openxmlformats.org/drawingml/2006/table">
            <a:tbl>
              <a:tblPr/>
              <a:tblGrid>
                <a:gridCol w="3602467">
                  <a:extLst>
                    <a:ext uri="{9D8B030D-6E8A-4147-A177-3AD203B41FA5}">
                      <a16:colId xmlns:a16="http://schemas.microsoft.com/office/drawing/2014/main" val="563441134"/>
                    </a:ext>
                  </a:extLst>
                </a:gridCol>
                <a:gridCol w="3602467">
                  <a:extLst>
                    <a:ext uri="{9D8B030D-6E8A-4147-A177-3AD203B41FA5}">
                      <a16:colId xmlns:a16="http://schemas.microsoft.com/office/drawing/2014/main" val="3814765147"/>
                    </a:ext>
                  </a:extLst>
                </a:gridCol>
                <a:gridCol w="3602467">
                  <a:extLst>
                    <a:ext uri="{9D8B030D-6E8A-4147-A177-3AD203B41FA5}">
                      <a16:colId xmlns:a16="http://schemas.microsoft.com/office/drawing/2014/main" val="1372455570"/>
                    </a:ext>
                  </a:extLst>
                </a:gridCol>
              </a:tblGrid>
              <a:tr h="318011"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</a:rPr>
                        <a:t>Характеристика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</a:rPr>
                        <a:t>Теория (</a:t>
                      </a:r>
                      <a:r>
                        <a:rPr lang="en-US" sz="1600">
                          <a:effectLst/>
                        </a:rPr>
                        <a:t>x·log x)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effectLst/>
                        </a:rPr>
                        <a:t>Практика (</a:t>
                      </a:r>
                      <a:r>
                        <a:rPr lang="en-US" sz="1600" dirty="0" err="1">
                          <a:effectLst/>
                        </a:rPr>
                        <a:t>Time_ms</a:t>
                      </a:r>
                      <a:r>
                        <a:rPr lang="en-US" sz="1600" dirty="0">
                          <a:effectLst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210701"/>
                  </a:ext>
                </a:extLst>
              </a:tr>
              <a:tr h="556519"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</a:rPr>
                        <a:t>Форма графика</a:t>
                      </a:r>
                      <a:endParaRPr lang="ru-RU" sz="160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effectLst/>
                        </a:rPr>
                        <a:t>Плавная возрастающая кривая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effectLst/>
                        </a:rPr>
                        <a:t>Возрастающая кривая с колебаниями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61917"/>
                  </a:ext>
                </a:extLst>
              </a:tr>
              <a:tr h="318011"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</a:rPr>
                        <a:t>Значения</a:t>
                      </a:r>
                      <a:endParaRPr lang="ru-RU" sz="160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effectLst/>
                        </a:rPr>
                        <a:t>до 133 000 элементарных операций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effectLst/>
                        </a:rPr>
                        <a:t>до 22 </a:t>
                      </a:r>
                      <a:r>
                        <a:rPr lang="ru-RU" sz="1600" dirty="0" err="1">
                          <a:effectLst/>
                        </a:rPr>
                        <a:t>мс</a:t>
                      </a:r>
                      <a:r>
                        <a:rPr lang="ru-RU" sz="1600" dirty="0">
                          <a:effectLst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1320707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544AE32E-0DBB-4024-BA6F-92D311C033C4}"/>
              </a:ext>
            </a:extLst>
          </p:cNvPr>
          <p:cNvSpPr txBox="1"/>
          <p:nvPr/>
        </p:nvSpPr>
        <p:spPr>
          <a:xfrm>
            <a:off x="811307" y="5086385"/>
            <a:ext cx="108880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Колебания времени объясняются тем, что на него влияют также:</a:t>
            </a:r>
          </a:p>
          <a:p>
            <a:r>
              <a:rPr lang="ru-RU" dirty="0"/>
              <a:t>сборщик мусора Java, работа </a:t>
            </a:r>
            <a:r>
              <a:rPr lang="en-US" dirty="0"/>
              <a:t>JVM</a:t>
            </a:r>
            <a:r>
              <a:rPr lang="ru-RU" dirty="0"/>
              <a:t>, кэш процессора и </a:t>
            </a:r>
            <a:r>
              <a:rPr lang="ru-RU" dirty="0" err="1"/>
              <a:t>тд</a:t>
            </a:r>
            <a:r>
              <a:rPr lang="ru-RU" dirty="0"/>
              <a:t>.</a:t>
            </a:r>
          </a:p>
          <a:p>
            <a:r>
              <a:rPr lang="ru-RU" dirty="0"/>
              <a:t>Несмотря на это, общий вид и отношение показателей графика соответствует теоретическому</a:t>
            </a:r>
          </a:p>
        </p:txBody>
      </p:sp>
    </p:spTree>
    <p:extLst>
      <p:ext uri="{BB962C8B-B14F-4D97-AF65-F5344CB8AC3E}">
        <p14:creationId xmlns:p14="http://schemas.microsoft.com/office/powerpoint/2010/main" val="2022486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Диаграмма 1">
            <a:extLst>
              <a:ext uri="{FF2B5EF4-FFF2-40B4-BE49-F238E27FC236}">
                <a16:creationId xmlns:a16="http://schemas.microsoft.com/office/drawing/2014/main" id="{B3542DEF-4A9E-43B5-9D45-C70490AF57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9974971"/>
              </p:ext>
            </p:extLst>
          </p:nvPr>
        </p:nvGraphicFramePr>
        <p:xfrm>
          <a:off x="5683623" y="259977"/>
          <a:ext cx="5148206" cy="31690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7C3FF95F-459F-400E-B97A-F5A3A9A821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3731527"/>
              </p:ext>
            </p:extLst>
          </p:nvPr>
        </p:nvGraphicFramePr>
        <p:xfrm>
          <a:off x="535417" y="192741"/>
          <a:ext cx="5148206" cy="31690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7E64623-F60A-42CE-BF1E-ED6061D81C65}"/>
              </a:ext>
            </a:extLst>
          </p:cNvPr>
          <p:cNvSpPr txBox="1"/>
          <p:nvPr/>
        </p:nvSpPr>
        <p:spPr>
          <a:xfrm>
            <a:off x="535417" y="3634752"/>
            <a:ext cx="1006701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Каждая итерация цикла </a:t>
            </a:r>
            <a:r>
              <a:rPr lang="ru-RU" dirty="0" err="1"/>
              <a:t>while</a:t>
            </a:r>
            <a:r>
              <a:rPr lang="ru-RU" dirty="0"/>
              <a:t> обрабатывает одно ребро из приоритетной очереди, поэтому кол-во итераций = кол-ву ребер</a:t>
            </a:r>
          </a:p>
          <a:p>
            <a:r>
              <a:rPr lang="ru-RU" dirty="0"/>
              <a:t>Кол-во ребер </a:t>
            </a:r>
            <a:r>
              <a:rPr lang="en-US" dirty="0"/>
              <a:t>E &lt;= V</a:t>
            </a:r>
            <a:r>
              <a:rPr lang="ru-RU" sz="1800" baseline="3000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Noto Sans" panose="020B0502040504020204" pitchFamily="34" charset="0"/>
              </a:rPr>
              <a:t> 2</a:t>
            </a:r>
            <a:endParaRPr lang="ru-RU" dirty="0"/>
          </a:p>
          <a:p>
            <a:r>
              <a:rPr lang="ru-RU" dirty="0"/>
              <a:t>В примере </a:t>
            </a:r>
            <a:r>
              <a:rPr lang="ru-RU" dirty="0" err="1"/>
              <a:t>сучайно</a:t>
            </a:r>
            <a:r>
              <a:rPr lang="ru-RU" dirty="0"/>
              <a:t> взято </a:t>
            </a:r>
            <a:r>
              <a:rPr lang="en-US" dirty="0"/>
              <a:t>E = 5V</a:t>
            </a:r>
            <a:r>
              <a:rPr lang="ru-RU" dirty="0"/>
              <a:t>, т.е. ребер в 5 раз больше вершин (</a:t>
            </a:r>
            <a:r>
              <a:rPr lang="ru-RU" dirty="0" err="1"/>
              <a:t>разряженый</a:t>
            </a:r>
            <a:r>
              <a:rPr lang="ru-RU" dirty="0"/>
              <a:t> граф)</a:t>
            </a:r>
          </a:p>
          <a:p>
            <a:r>
              <a:rPr lang="ru-RU" dirty="0"/>
              <a:t>Поэтому получаем: </a:t>
            </a:r>
            <a:r>
              <a:rPr lang="en-US" dirty="0"/>
              <a:t>iterations = E = </a:t>
            </a:r>
            <a:r>
              <a:rPr lang="ru-RU" dirty="0"/>
              <a:t>5</a:t>
            </a:r>
            <a:r>
              <a:rPr lang="en-US" dirty="0"/>
              <a:t>V</a:t>
            </a:r>
            <a:r>
              <a:rPr lang="ru-RU" dirty="0"/>
              <a:t> </a:t>
            </a:r>
          </a:p>
          <a:p>
            <a:r>
              <a:rPr lang="ru-RU" dirty="0"/>
              <a:t>Линейная зависимость сохраняется</a:t>
            </a:r>
          </a:p>
        </p:txBody>
      </p:sp>
    </p:spTree>
    <p:extLst>
      <p:ext uri="{BB962C8B-B14F-4D97-AF65-F5344CB8AC3E}">
        <p14:creationId xmlns:p14="http://schemas.microsoft.com/office/powerpoint/2010/main" val="4197774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440CB9-5C67-4B5C-9401-AE64ED821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/>
              <a:t>Выводы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DA92B5DF-4403-466B-B432-CB080CDD85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672434"/>
              </p:ext>
            </p:extLst>
          </p:nvPr>
        </p:nvGraphicFramePr>
        <p:xfrm>
          <a:off x="838200" y="1045402"/>
          <a:ext cx="10298587" cy="3089525"/>
        </p:xfrm>
        <a:graphic>
          <a:graphicData uri="http://schemas.openxmlformats.org/drawingml/2006/table">
            <a:tbl>
              <a:tblPr/>
              <a:tblGrid>
                <a:gridCol w="4433047">
                  <a:extLst>
                    <a:ext uri="{9D8B030D-6E8A-4147-A177-3AD203B41FA5}">
                      <a16:colId xmlns:a16="http://schemas.microsoft.com/office/drawing/2014/main" val="1750237265"/>
                    </a:ext>
                  </a:extLst>
                </a:gridCol>
                <a:gridCol w="5865540">
                  <a:extLst>
                    <a:ext uri="{9D8B030D-6E8A-4147-A177-3AD203B41FA5}">
                      <a16:colId xmlns:a16="http://schemas.microsoft.com/office/drawing/2014/main" val="1944920468"/>
                    </a:ext>
                  </a:extLst>
                </a:gridCol>
              </a:tblGrid>
              <a:tr h="560033">
                <a:tc>
                  <a:txBody>
                    <a:bodyPr/>
                    <a:lstStyle/>
                    <a:p>
                      <a:pPr algn="r"/>
                      <a:r>
                        <a:rPr lang="ru-RU" sz="1600" b="1" dirty="0">
                          <a:effectLst/>
                        </a:rPr>
                        <a:t>Плюсы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600" dirty="0">
                        <a:effectLst/>
                      </a:endParaRP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6710332"/>
                  </a:ext>
                </a:extLst>
              </a:tr>
              <a:tr h="560033">
                <a:tc>
                  <a:txBody>
                    <a:bodyPr/>
                    <a:lstStyle/>
                    <a:p>
                      <a:r>
                        <a:rPr lang="ru-RU" sz="1600" b="1" dirty="0">
                          <a:effectLst/>
                        </a:rPr>
                        <a:t>Эффективность на плотных графах</a:t>
                      </a:r>
                      <a:endParaRPr lang="ru-RU" sz="1600" dirty="0">
                        <a:effectLst/>
                      </a:endParaRP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>
                          <a:effectLst/>
                        </a:rPr>
                        <a:t>Простой перебор всех вершин на каждом шаге дал бы сложность </a:t>
                      </a:r>
                      <a:r>
                        <a:rPr lang="en-US" sz="1600" dirty="0">
                          <a:effectLst/>
                        </a:rPr>
                        <a:t>O(V</a:t>
                      </a:r>
                      <a:r>
                        <a:rPr lang="ru-RU" sz="1600" baseline="30000" dirty="0">
                          <a:effectLst/>
                          <a:latin typeface="Times New Roman" panose="02020603050405020304" pitchFamily="18" charset="0"/>
                          <a:ea typeface="Tahoma" panose="020B0604030504040204" pitchFamily="34" charset="0"/>
                          <a:cs typeface="Noto Sans" panose="020B0502040504020204" pitchFamily="34" charset="0"/>
                        </a:rPr>
                        <a:t> 2</a:t>
                      </a:r>
                      <a:r>
                        <a:rPr lang="en-US" sz="1600" dirty="0">
                          <a:effectLst/>
                        </a:rPr>
                        <a:t>)</a:t>
                      </a:r>
                      <a:endParaRPr lang="ru-RU" sz="1600" dirty="0">
                        <a:effectLst/>
                      </a:endParaRP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9556988"/>
                  </a:ext>
                </a:extLst>
              </a:tr>
              <a:tr h="560033"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</a:rPr>
                        <a:t>Гарантированная связность на каждом шаге</a:t>
                      </a:r>
                      <a:endParaRPr lang="ru-RU" sz="1600">
                        <a:effectLst/>
                      </a:endParaRP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effectLst/>
                        </a:rPr>
                        <a:t>Алгоритм строит дерево, начиная с одной вершины, на любом этапе получаем связный подграф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2329396"/>
                  </a:ext>
                </a:extLst>
              </a:tr>
              <a:tr h="560033">
                <a:tc>
                  <a:txBody>
                    <a:bodyPr/>
                    <a:lstStyle/>
                    <a:p>
                      <a:r>
                        <a:rPr lang="ru-RU" sz="1600" b="1" dirty="0">
                          <a:effectLst/>
                        </a:rPr>
                        <a:t>Ленивое удаление из очереди</a:t>
                      </a:r>
                      <a:endParaRPr lang="ru-RU" sz="1600" dirty="0">
                        <a:effectLst/>
                      </a:endParaRP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effectLst/>
                        </a:rPr>
                        <a:t>Не требует сложных операций удаления, достаточно проверять </a:t>
                      </a:r>
                      <a:r>
                        <a:rPr lang="ru-RU" sz="1600" dirty="0" err="1">
                          <a:effectLst/>
                        </a:rPr>
                        <a:t>visited</a:t>
                      </a:r>
                      <a:r>
                        <a:rPr lang="ru-RU" sz="1600" dirty="0">
                          <a:effectLst/>
                        </a:rPr>
                        <a:t>[]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0390464"/>
                  </a:ext>
                </a:extLst>
              </a:tr>
              <a:tr h="800046">
                <a:tc>
                  <a:txBody>
                    <a:bodyPr/>
                    <a:lstStyle/>
                    <a:p>
                      <a:r>
                        <a:rPr lang="ru-RU" sz="1600" b="1" dirty="0">
                          <a:effectLst/>
                        </a:rPr>
                        <a:t>Хорошая локальность памяти</a:t>
                      </a:r>
                      <a:endParaRPr lang="ru-RU" sz="1600" dirty="0">
                        <a:effectLst/>
                      </a:endParaRP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effectLst/>
                        </a:rPr>
                        <a:t>При использовании списков смежности обрабатываются соседние вершины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3372409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FE3E9892-31BB-4979-8BAA-0C6253286F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6812421"/>
              </p:ext>
            </p:extLst>
          </p:nvPr>
        </p:nvGraphicFramePr>
        <p:xfrm>
          <a:off x="838200" y="4134927"/>
          <a:ext cx="10515600" cy="2164080"/>
        </p:xfrm>
        <a:graphic>
          <a:graphicData uri="http://schemas.openxmlformats.org/drawingml/2006/table">
            <a:tbl>
              <a:tblPr/>
              <a:tblGrid>
                <a:gridCol w="4433047">
                  <a:extLst>
                    <a:ext uri="{9D8B030D-6E8A-4147-A177-3AD203B41FA5}">
                      <a16:colId xmlns:a16="http://schemas.microsoft.com/office/drawing/2014/main" val="2887067416"/>
                    </a:ext>
                  </a:extLst>
                </a:gridCol>
                <a:gridCol w="6082553">
                  <a:extLst>
                    <a:ext uri="{9D8B030D-6E8A-4147-A177-3AD203B41FA5}">
                      <a16:colId xmlns:a16="http://schemas.microsoft.com/office/drawing/2014/main" val="25563885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ru-RU" sz="1600" b="1" dirty="0">
                          <a:effectLst/>
                        </a:rPr>
                        <a:t>Минусы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6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2042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</a:rPr>
                        <a:t>Требует связного графа</a:t>
                      </a:r>
                      <a:endParaRPr lang="ru-RU" sz="160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effectLst/>
                        </a:rPr>
                        <a:t>Не работает с несвязными графами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32031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</a:rPr>
                        <a:t>Зависит от структуры данных</a:t>
                      </a:r>
                      <a:endParaRPr lang="ru-RU" sz="160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effectLst/>
                        </a:rPr>
                        <a:t>Без </a:t>
                      </a:r>
                      <a:r>
                        <a:rPr lang="ru-RU" sz="1600" dirty="0" err="1">
                          <a:effectLst/>
                        </a:rPr>
                        <a:t>PriorityQueue</a:t>
                      </a:r>
                      <a:r>
                        <a:rPr lang="ru-RU" sz="1600" dirty="0">
                          <a:effectLst/>
                        </a:rPr>
                        <a:t> сложность O(V²) — медленно на больших разреженных графах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20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600" b="1" dirty="0">
                          <a:effectLst/>
                        </a:rPr>
                        <a:t>Создание множества объектов</a:t>
                      </a:r>
                      <a:endParaRPr lang="ru-RU" sz="16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Edge </a:t>
                      </a:r>
                      <a:r>
                        <a:rPr lang="ru-RU" sz="1600" dirty="0">
                          <a:effectLst/>
                        </a:rPr>
                        <a:t>-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класс и мы работаем с его экземплярами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6135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600" b="1" dirty="0">
                          <a:effectLst/>
                        </a:rPr>
                        <a:t>Чувствителен к выбору стартовой вершины</a:t>
                      </a:r>
                      <a:endParaRPr lang="ru-RU" sz="16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effectLst/>
                        </a:rPr>
                        <a:t>Хотя результат не зависит от старта, порядок обработки и производительность могут меняться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28953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5158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F6F08D-C219-4A0D-BD9E-4BDE5F5E7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Применимость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264E5F-8EA8-49D0-8246-ECD6672D6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Граф </a:t>
            </a:r>
            <a:r>
              <a:rPr lang="ru-RU" sz="2200" dirty="0"/>
              <a:t>плотный (E ≈ V²)</a:t>
            </a:r>
          </a:p>
          <a:p>
            <a:r>
              <a:rPr lang="ru-RU" sz="2200" dirty="0"/>
              <a:t>В этом случае матрица смежности + O(V²) работает быстрее, чем алгоритм </a:t>
            </a:r>
            <a:r>
              <a:rPr lang="ru-RU" sz="2200" dirty="0" err="1"/>
              <a:t>Краскала</a:t>
            </a:r>
            <a:r>
              <a:rPr lang="ru-RU" sz="2200" dirty="0"/>
              <a:t> с сортировкой рёбер</a:t>
            </a:r>
          </a:p>
          <a:p>
            <a:r>
              <a:rPr lang="ru-RU" sz="2200" dirty="0"/>
              <a:t>Нужно строить минимальный остов по ходу действия алгоритма</a:t>
            </a:r>
          </a:p>
          <a:p>
            <a:r>
              <a:rPr lang="ru-RU" sz="2200" dirty="0"/>
              <a:t>Алгоритм добавляет вершины по одной — удобно, если нужно останавливаться на определённом размере дерева</a:t>
            </a:r>
          </a:p>
          <a:p>
            <a:r>
              <a:rPr lang="ru-RU" sz="2200" dirty="0"/>
              <a:t>Граф задан списками смежности</a:t>
            </a:r>
          </a:p>
          <a:p>
            <a:r>
              <a:rPr lang="ru-RU" sz="2200" dirty="0"/>
              <a:t>Память не ограничена</a:t>
            </a:r>
          </a:p>
        </p:txBody>
      </p:sp>
    </p:spTree>
    <p:extLst>
      <p:ext uri="{BB962C8B-B14F-4D97-AF65-F5344CB8AC3E}">
        <p14:creationId xmlns:p14="http://schemas.microsoft.com/office/powerpoint/2010/main" val="949933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F52B87-4AE2-4951-817C-99EE16E08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Ссылка на репозиторий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C8FA54-11CE-4266-A452-509BBE256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https://github.com/malinkies/PrimsAlgorithm.git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753572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Уголки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Уголки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Уголки</Template>
  <TotalTime>277</TotalTime>
  <Words>787</Words>
  <Application>Microsoft Office PowerPoint</Application>
  <PresentationFormat>Широкоэкранный</PresentationFormat>
  <Paragraphs>106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Franklin Gothic Book</vt:lpstr>
      <vt:lpstr>Times New Roman</vt:lpstr>
      <vt:lpstr>Уголки</vt:lpstr>
      <vt:lpstr>21. Построение минимального остовного дерева. Алгоритм Прима</vt:lpstr>
      <vt:lpstr>Историческая справка</vt:lpstr>
      <vt:lpstr>Принцип работы</vt:lpstr>
      <vt:lpstr>Временная сложность O(V) = VlogV</vt:lpstr>
      <vt:lpstr>Входные данные</vt:lpstr>
      <vt:lpstr>Презентация PowerPoint</vt:lpstr>
      <vt:lpstr>Презентация PowerPoint</vt:lpstr>
      <vt:lpstr>Выводы</vt:lpstr>
      <vt:lpstr>Применимость</vt:lpstr>
      <vt:lpstr>Ссылка на репозиторий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Malika Fluff</dc:creator>
  <cp:lastModifiedBy>Malika Fluff</cp:lastModifiedBy>
  <cp:revision>19</cp:revision>
  <dcterms:created xsi:type="dcterms:W3CDTF">2026-03-15T15:36:54Z</dcterms:created>
  <dcterms:modified xsi:type="dcterms:W3CDTF">2026-03-15T20:14:42Z</dcterms:modified>
</cp:coreProperties>
</file>